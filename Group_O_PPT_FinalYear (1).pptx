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4"/>
  </p:notesMasterIdLst>
  <p:handoutMasterIdLst>
    <p:handoutMasterId r:id="rId15"/>
  </p:handoutMasterIdLst>
  <p:sldIdLst>
    <p:sldId id="310" r:id="rId5"/>
    <p:sldId id="309" r:id="rId6"/>
    <p:sldId id="311" r:id="rId7"/>
    <p:sldId id="317" r:id="rId8"/>
    <p:sldId id="318" r:id="rId9"/>
    <p:sldId id="324" r:id="rId10"/>
    <p:sldId id="300" r:id="rId11"/>
    <p:sldId id="302" r:id="rId12"/>
    <p:sldId id="29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E8"/>
    <a:srgbClr val="47697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94" autoAdjust="0"/>
  </p:normalViewPr>
  <p:slideViewPr>
    <p:cSldViewPr snapToGrid="0">
      <p:cViewPr varScale="1">
        <p:scale>
          <a:sx n="78" d="100"/>
          <a:sy n="78" d="100"/>
        </p:scale>
        <p:origin x="835" y="9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252186-C111-43A8-A0F7-F77FFDE4DF82}" type="datetimeFigureOut">
              <a:rPr lang="en-US" smtClean="0"/>
              <a:t>3/14/2026</a:t>
            </a:fld>
            <a:endParaRPr lang="en-US" dirty="0"/>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6CFAD-C154-4C9C-AD01-665A5055065E}" type="slidenum">
              <a:rPr lang="en-US" smtClean="0"/>
              <a:t>‹#›</a:t>
            </a:fld>
            <a:endParaRPr lang="en-US" dirty="0"/>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BBB5B-F3DE-41D7-B279-483D20E8E363}" type="datetimeFigureOut">
              <a:rPr lang="en-US" smtClean="0"/>
              <a:t>3/14/2026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62BC0-7DC4-4569-951D-2BB9475345C6}" type="slidenum">
              <a:rPr lang="en-US" smtClean="0"/>
              <a:t>‹#›</a:t>
            </a:fld>
            <a:endParaRPr lang="en-US" dirty="0"/>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1"/>
            </a:solidFill>
          </a:ln>
        </p:spPr>
        <p:txBody>
          <a:bodyPr lIns="914400" tIns="91440" rIns="914400" anchor="ctr"/>
          <a:lstStyle>
            <a:lvl1pPr algn="ctr">
              <a:defRPr sz="5400" b="1" cap="all" spc="100" baseline="0">
                <a:solidFill>
                  <a:schemeClr val="accent1"/>
                </a:solidFill>
              </a:defRPr>
            </a:lvl1pPr>
          </a:lstStyle>
          <a:p>
            <a:r>
              <a:rPr lang="en-US" dirty="0"/>
              <a:t>Click to add title</a:t>
            </a:r>
          </a:p>
        </p:txBody>
      </p:sp>
    </p:spTree>
    <p:extLst>
      <p:ext uri="{BB962C8B-B14F-4D97-AF65-F5344CB8AC3E}">
        <p14:creationId xmlns:p14="http://schemas.microsoft.com/office/powerpoint/2010/main" val="114832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6772276" cy="6858000"/>
          </a:xfrm>
          <a:prstGeom prst="rect">
            <a:avLst/>
          </a:prstGeom>
          <a:solidFill>
            <a:schemeClr val="accent4">
              <a:lumMod val="60000"/>
              <a:lumOff val="40000"/>
            </a:schemeClr>
          </a:solidFill>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224747" y="2365057"/>
            <a:ext cx="4377400" cy="2160644"/>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anchor="ctr"/>
          <a:lstStyle>
            <a:lvl1pPr algn="ctr">
              <a:defRPr sz="2400" cap="all" spc="100" baseline="0">
                <a:solidFill>
                  <a:schemeClr val="bg1"/>
                </a:solidFill>
              </a:defRPr>
            </a:lvl1pPr>
          </a:lstStyle>
          <a:p>
            <a:r>
              <a:rPr lang="en-US" dirty="0"/>
              <a:t>Add title</a:t>
            </a:r>
          </a:p>
        </p:txBody>
      </p:sp>
      <p:sp>
        <p:nvSpPr>
          <p:cNvPr id="12" name="Text Placeholder 11">
            <a:extLst>
              <a:ext uri="{FF2B5EF4-FFF2-40B4-BE49-F238E27FC236}">
                <a16:creationId xmlns:a16="http://schemas.microsoft.com/office/drawing/2014/main" id="{FB3EFFF7-FFC6-16DF-B4AB-DD5A1A1DA92A}"/>
              </a:ext>
            </a:extLst>
          </p:cNvPr>
          <p:cNvSpPr>
            <a:spLocks noGrp="1"/>
          </p:cNvSpPr>
          <p:nvPr>
            <p:ph type="body" sz="quarter" idx="12" hasCustomPrompt="1"/>
          </p:nvPr>
        </p:nvSpPr>
        <p:spPr>
          <a:xfrm>
            <a:off x="3427896" y="0"/>
            <a:ext cx="3344379" cy="6858000"/>
          </a:xfrm>
          <a:custGeom>
            <a:avLst/>
            <a:gdLst>
              <a:gd name="connsiteX0" fmla="*/ 0 w 3344379"/>
              <a:gd name="connsiteY0" fmla="*/ 0 h 6858000"/>
              <a:gd name="connsiteX1" fmla="*/ 3344379 w 3344379"/>
              <a:gd name="connsiteY1" fmla="*/ 0 h 6858000"/>
              <a:gd name="connsiteX2" fmla="*/ 3344379 w 3344379"/>
              <a:gd name="connsiteY2" fmla="*/ 6858000 h 6858000"/>
              <a:gd name="connsiteX3" fmla="*/ 0 w 33443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44379" h="6858000">
                <a:moveTo>
                  <a:pt x="0" y="0"/>
                </a:moveTo>
                <a:lnTo>
                  <a:pt x="3344379" y="0"/>
                </a:lnTo>
                <a:lnTo>
                  <a:pt x="3344379" y="6858000"/>
                </a:lnTo>
                <a:lnTo>
                  <a:pt x="0" y="6858000"/>
                </a:lnTo>
                <a:close/>
              </a:path>
            </a:pathLst>
          </a:custGeom>
          <a:solidFill>
            <a:schemeClr val="accent5">
              <a:alpha val="10000"/>
            </a:schemeClr>
          </a:solidFill>
        </p:spPr>
        <p:txBody>
          <a:bodyPr wrap="square">
            <a:noAutofit/>
          </a:bodyPr>
          <a:lstStyle>
            <a:lvl1pPr marL="0" indent="0">
              <a:buNone/>
              <a:defRPr>
                <a:noFill/>
              </a:defRPr>
            </a:lvl1pPr>
          </a:lstStyle>
          <a:p>
            <a:pPr lvl="0"/>
            <a:r>
              <a:rPr lang="en-US" dirty="0"/>
              <a:t>Blank</a:t>
            </a:r>
          </a:p>
        </p:txBody>
      </p:sp>
      <p:sp>
        <p:nvSpPr>
          <p:cNvPr id="6" name="Text Placeholder 5">
            <a:extLst>
              <a:ext uri="{FF2B5EF4-FFF2-40B4-BE49-F238E27FC236}">
                <a16:creationId xmlns:a16="http://schemas.microsoft.com/office/drawing/2014/main" id="{DE6E802E-B214-0AE3-69C8-CBCA885C703A}"/>
              </a:ext>
            </a:extLst>
          </p:cNvPr>
          <p:cNvSpPr>
            <a:spLocks noGrp="1"/>
          </p:cNvSpPr>
          <p:nvPr>
            <p:ph type="body" sz="quarter" idx="11" hasCustomPrompt="1"/>
          </p:nvPr>
        </p:nvSpPr>
        <p:spPr>
          <a:xfrm>
            <a:off x="7835900" y="2071688"/>
            <a:ext cx="3773488" cy="2732087"/>
          </a:xfrm>
          <a:prstGeom prst="rect">
            <a:avLst/>
          </a:prstGeom>
        </p:spPr>
        <p:txBody>
          <a:bodyPr anchor="ct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800" spc="100" baseline="0"/>
            </a:lvl2pPr>
            <a:lvl3pPr marL="914400" indent="0">
              <a:lnSpc>
                <a:spcPct val="125000"/>
              </a:lnSpc>
              <a:spcBef>
                <a:spcPts val="0"/>
              </a:spcBef>
              <a:spcAft>
                <a:spcPts val="600"/>
              </a:spcAft>
              <a:buNone/>
              <a:defRPr sz="1800" spc="100" baseline="0"/>
            </a:lvl3pPr>
            <a:lvl4pPr marL="1371600" indent="0">
              <a:lnSpc>
                <a:spcPct val="125000"/>
              </a:lnSpc>
              <a:spcBef>
                <a:spcPts val="0"/>
              </a:spcBef>
              <a:spcAft>
                <a:spcPts val="600"/>
              </a:spcAft>
              <a:buNone/>
              <a:defRPr sz="1800" spc="100" baseline="0"/>
            </a:lvl4pPr>
            <a:lvl5pPr marL="1828800" indent="0">
              <a:lnSpc>
                <a:spcPct val="125000"/>
              </a:lnSpc>
              <a:spcBef>
                <a:spcPts val="0"/>
              </a:spcBef>
              <a:spcAft>
                <a:spcPts val="600"/>
              </a:spcAft>
              <a:buNone/>
              <a:defRPr sz="1800" spc="1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4238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5"/>
            </a:solidFill>
          </a:ln>
        </p:spPr>
        <p:txBody>
          <a:bodyPr lIns="914400" tIns="182880" rIns="914400" anchor="ctr"/>
          <a:lstStyle>
            <a:lvl1pPr algn="ctr">
              <a:defRPr sz="5400" b="1" cap="all" spc="100" baseline="0">
                <a:solidFill>
                  <a:schemeClr val="accent5"/>
                </a:solidFill>
              </a:defRPr>
            </a:lvl1pPr>
          </a:lstStyle>
          <a:p>
            <a:r>
              <a:rPr lang="en-US" dirty="0"/>
              <a:t>Click to add title</a:t>
            </a:r>
          </a:p>
        </p:txBody>
      </p:sp>
    </p:spTree>
    <p:extLst>
      <p:ext uri="{BB962C8B-B14F-4D97-AF65-F5344CB8AC3E}">
        <p14:creationId xmlns:p14="http://schemas.microsoft.com/office/powerpoint/2010/main" val="173712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alpha val="1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6C658-B6F5-98D2-4D95-EA3030D6F090}"/>
              </a:ext>
              <a:ext uri="{C183D7F6-B498-43B3-948B-1728B52AA6E4}">
                <adec:decorative xmlns:adec="http://schemas.microsoft.com/office/drawing/2017/decorative" val="1"/>
              </a:ext>
            </a:extLst>
          </p:cNvPr>
          <p:cNvSpPr/>
          <p:nvPr userDrawn="1"/>
        </p:nvSpPr>
        <p:spPr>
          <a:xfrm>
            <a:off x="-20322" y="-7084"/>
            <a:ext cx="12212321"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250065" y="2372810"/>
            <a:ext cx="4352081" cy="2129742"/>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6789480" y="0"/>
            <a:ext cx="5394960" cy="6858000"/>
          </a:xfrm>
          <a:prstGeom prst="rect">
            <a:avLst/>
          </a:prstGeom>
        </p:spPr>
        <p:txBody>
          <a:bodyPr/>
          <a:lstStyle>
            <a:lvl1pPr marL="0" indent="0" algn="ctr">
              <a:buNone/>
              <a:defRPr/>
            </a:lvl1pPr>
          </a:lstStyle>
          <a:p>
            <a:r>
              <a:rPr lang="en-US" dirty="0"/>
              <a:t>Click to add photo</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7133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3FAF69-7EBE-817B-DCEA-4A1595820E3E}"/>
              </a:ext>
              <a:ext uri="{C183D7F6-B498-43B3-948B-1728B52AA6E4}">
                <adec:decorative xmlns:adec="http://schemas.microsoft.com/office/drawing/2017/decorative" val="1"/>
              </a:ext>
            </a:extLst>
          </p:cNvPr>
          <p:cNvSpPr/>
          <p:nvPr userDrawn="1"/>
        </p:nvSpPr>
        <p:spPr>
          <a:xfrm>
            <a:off x="-1" y="-7515"/>
            <a:ext cx="4661648" cy="6871651"/>
          </a:xfrm>
          <a:prstGeom prst="rect">
            <a:avLst/>
          </a:prstGeom>
          <a:solidFill>
            <a:srgbClr val="476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636608" y="804862"/>
            <a:ext cx="3401992" cy="5121375"/>
          </a:xfrm>
          <a:prstGeom prst="rect">
            <a:avLst/>
          </a:prstGeom>
          <a:ln w="28575">
            <a:noFill/>
          </a:ln>
        </p:spPr>
        <p:txBody>
          <a:bodyPr anchor="ctr"/>
          <a:lstStyle>
            <a:lvl1pPr algn="ctr">
              <a:defRPr sz="2400" cap="all" spc="100" baseline="0">
                <a:solidFill>
                  <a:schemeClr val="bg1"/>
                </a:solidFill>
              </a:defRPr>
            </a:lvl1pPr>
          </a:lstStyle>
          <a:p>
            <a:r>
              <a:rPr lang="en-US" dirty="0"/>
              <a:t>Title</a:t>
            </a:r>
          </a:p>
        </p:txBody>
      </p:sp>
      <p:sp>
        <p:nvSpPr>
          <p:cNvPr id="6" name="Content Placeholder 5">
            <a:extLst>
              <a:ext uri="{FF2B5EF4-FFF2-40B4-BE49-F238E27FC236}">
                <a16:creationId xmlns:a16="http://schemas.microsoft.com/office/drawing/2014/main" id="{6F4F9403-8AE5-DF79-EFCF-E99EABB83417}"/>
              </a:ext>
            </a:extLst>
          </p:cNvPr>
          <p:cNvSpPr>
            <a:spLocks noGrp="1"/>
          </p:cNvSpPr>
          <p:nvPr>
            <p:ph sz="quarter" idx="10" hasCustomPrompt="1"/>
          </p:nvPr>
        </p:nvSpPr>
        <p:spPr>
          <a:xfrm>
            <a:off x="5579338" y="804863"/>
            <a:ext cx="5716587" cy="5248276"/>
          </a:xfrm>
          <a:prstGeom prst="rect">
            <a:avLst/>
          </a:prstGeom>
        </p:spPr>
        <p:txBody>
          <a:bodyPr anchor="ctr"/>
          <a:lstStyle>
            <a:lvl1pPr marL="283464" indent="-283464">
              <a:lnSpc>
                <a:spcPct val="125000"/>
              </a:lnSpc>
              <a:spcBef>
                <a:spcPts val="0"/>
              </a:spcBef>
              <a:spcAft>
                <a:spcPts val="600"/>
              </a:spcAft>
              <a:defRPr sz="1800"/>
            </a:lvl1pPr>
            <a:lvl2pPr marL="731520" indent="-283464">
              <a:lnSpc>
                <a:spcPct val="125000"/>
              </a:lnSpc>
              <a:spcBef>
                <a:spcPts val="0"/>
              </a:spcBef>
              <a:spcAft>
                <a:spcPts val="600"/>
              </a:spcAft>
              <a:defRPr sz="1800"/>
            </a:lvl2pPr>
            <a:lvl3pPr marL="1097280" indent="-283464">
              <a:lnSpc>
                <a:spcPct val="125000"/>
              </a:lnSpc>
              <a:spcBef>
                <a:spcPts val="0"/>
              </a:spcBef>
              <a:spcAft>
                <a:spcPts val="600"/>
              </a:spcAft>
              <a:defRPr sz="1800"/>
            </a:lvl3pPr>
            <a:lvl4pPr marL="1463040" indent="-283464">
              <a:lnSpc>
                <a:spcPct val="125000"/>
              </a:lnSpc>
              <a:spcBef>
                <a:spcPts val="0"/>
              </a:spcBef>
              <a:spcAft>
                <a:spcPts val="600"/>
              </a:spcAft>
              <a:defRPr sz="1800"/>
            </a:lvl4pPr>
            <a:lvl5pPr marL="1828800" indent="-283464">
              <a:lnSpc>
                <a:spcPct val="125000"/>
              </a:lnSpc>
              <a:spcBef>
                <a:spcPts val="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47649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6647727" y="2060294"/>
            <a:ext cx="4359795" cy="2141316"/>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0" y="-9009"/>
            <a:ext cx="5521124" cy="6878584"/>
          </a:xfrm>
          <a:prstGeom prst="rect">
            <a:avLst/>
          </a:prstGeom>
        </p:spPr>
        <p:txBody>
          <a:bodyPr/>
          <a:lstStyle>
            <a:lvl1pPr marL="0" indent="0" algn="ctr">
              <a:buNone/>
              <a:defRPr/>
            </a:lvl1pPr>
          </a:lstStyle>
          <a:p>
            <a:r>
              <a:rPr lang="en-US" dirty="0"/>
              <a:t>Click to add photo</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6670878" y="4550199"/>
            <a:ext cx="4359795" cy="1790164"/>
          </a:xfrm>
          <a:prstGeom prst="rect">
            <a:avLst/>
          </a:prstGeom>
        </p:spPr>
        <p:txBody>
          <a:bodyPr anchor="t"/>
          <a:lstStyle>
            <a:lvl1pPr marL="0" indent="0" algn="ctr">
              <a:lnSpc>
                <a:spcPct val="80000"/>
              </a:lnSpc>
              <a:spcBef>
                <a:spcPts val="0"/>
              </a:spcBef>
              <a:buNone/>
              <a:defRPr sz="1800" b="1" cap="all" spc="100" baseline="0">
                <a:solidFill>
                  <a:schemeClr val="accent4">
                    <a:lumMod val="50000"/>
                  </a:schemeClr>
                </a:solidFill>
                <a:latin typeface="+mn-lt"/>
              </a:defRPr>
            </a:lvl1pPr>
          </a:lstStyle>
          <a:p>
            <a:pPr lvl="0"/>
            <a:r>
              <a:rPr lang="en-US" dirty="0"/>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191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706056"/>
            <a:ext cx="6323957" cy="1088020"/>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dirty="0"/>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a:lstStyle>
            <a:lvl1pPr marL="0" indent="0" algn="ctr">
              <a:buNone/>
              <a:defRPr sz="2000"/>
            </a:lvl1pPr>
          </a:lstStyle>
          <a:p>
            <a:r>
              <a:rPr lang="en-US" dirty="0"/>
              <a:t>Click to add photo</a:t>
            </a:r>
          </a:p>
        </p:txBody>
      </p:sp>
      <p:sp>
        <p:nvSpPr>
          <p:cNvPr id="6" name="Content Placeholder 5">
            <a:extLst>
              <a:ext uri="{FF2B5EF4-FFF2-40B4-BE49-F238E27FC236}">
                <a16:creationId xmlns:a16="http://schemas.microsoft.com/office/drawing/2014/main" id="{3BC3273F-AE8F-21E6-A06E-52686D65496D}"/>
              </a:ext>
            </a:extLst>
          </p:cNvPr>
          <p:cNvSpPr>
            <a:spLocks noGrp="1"/>
          </p:cNvSpPr>
          <p:nvPr>
            <p:ph sz="quarter" idx="11" hasCustomPrompt="1"/>
          </p:nvPr>
        </p:nvSpPr>
        <p:spPr>
          <a:xfrm>
            <a:off x="5135563" y="2291786"/>
            <a:ext cx="301783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A011C768-FB8E-F917-0CF9-C9B7DA4CAA62}"/>
              </a:ext>
            </a:extLst>
          </p:cNvPr>
          <p:cNvSpPr>
            <a:spLocks noGrp="1"/>
          </p:cNvSpPr>
          <p:nvPr>
            <p:ph sz="quarter" idx="12" hasCustomPrompt="1"/>
          </p:nvPr>
        </p:nvSpPr>
        <p:spPr>
          <a:xfrm>
            <a:off x="8473281" y="2294680"/>
            <a:ext cx="313612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03120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D970D0-182D-96E3-04B5-5D634F9C4F08}"/>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226143"/>
            <a:ext cx="10515600" cy="1229033"/>
          </a:xfrm>
          <a:prstGeom prst="rect">
            <a:avLst/>
          </a:prstGeom>
        </p:spPr>
        <p:txBody>
          <a:bodyPr anchor="b"/>
          <a:lstStyle>
            <a:lvl1pPr algn="ctr">
              <a:defRPr sz="2400" cap="all" spc="100" baseline="0">
                <a:solidFill>
                  <a:schemeClr val="tx2">
                    <a:lumMod val="75000"/>
                  </a:schemeClr>
                </a:solidFill>
              </a:defRPr>
            </a:lvl1pPr>
          </a:lstStyle>
          <a:p>
            <a:r>
              <a:rPr lang="en-US" dirty="0"/>
              <a:t>Click to add title</a:t>
            </a:r>
          </a:p>
        </p:txBody>
      </p:sp>
      <p:sp>
        <p:nvSpPr>
          <p:cNvPr id="8" name="Content Placeholder 7">
            <a:extLst>
              <a:ext uri="{FF2B5EF4-FFF2-40B4-BE49-F238E27FC236}">
                <a16:creationId xmlns:a16="http://schemas.microsoft.com/office/drawing/2014/main" id="{9E453354-6167-7227-F443-F984688CC493}"/>
              </a:ext>
            </a:extLst>
          </p:cNvPr>
          <p:cNvSpPr>
            <a:spLocks noGrp="1"/>
          </p:cNvSpPr>
          <p:nvPr>
            <p:ph sz="quarter" idx="10" hasCustomPrompt="1"/>
          </p:nvPr>
        </p:nvSpPr>
        <p:spPr>
          <a:xfrm>
            <a:off x="849775" y="2858625"/>
            <a:ext cx="3941763" cy="3338513"/>
          </a:xfrm>
          <a:prstGeom prst="rect">
            <a:avLst/>
          </a:prstGeom>
        </p:spPr>
        <p:txBody>
          <a:bodyPr/>
          <a:lstStyle>
            <a:lvl1pPr marL="347472" indent="-347472">
              <a:lnSpc>
                <a:spcPct val="125000"/>
              </a:lnSpc>
              <a:spcBef>
                <a:spcPts val="0"/>
              </a:spcBef>
              <a:spcAft>
                <a:spcPts val="600"/>
              </a:spcAft>
              <a:buFont typeface="+mj-lt"/>
              <a:buAutoNum type="arabicPeriod"/>
              <a:defRPr sz="1800" spc="100" baseline="0"/>
            </a:lvl1pPr>
            <a:lvl2pPr marL="685800" indent="-347472">
              <a:lnSpc>
                <a:spcPct val="125000"/>
              </a:lnSpc>
              <a:spcBef>
                <a:spcPts val="0"/>
              </a:spcBef>
              <a:spcAft>
                <a:spcPts val="600"/>
              </a:spcAft>
              <a:buFont typeface="+mj-lt"/>
              <a:buAutoNum type="alphaLcPeriod"/>
              <a:defRPr sz="1600" spc="100" baseline="0"/>
            </a:lvl2pPr>
            <a:lvl3pPr marL="1143000" indent="-347472">
              <a:lnSpc>
                <a:spcPct val="125000"/>
              </a:lnSpc>
              <a:spcBef>
                <a:spcPts val="0"/>
              </a:spcBef>
              <a:spcAft>
                <a:spcPts val="600"/>
              </a:spcAft>
              <a:buFont typeface="+mj-lt"/>
              <a:buAutoNum type="arabicParenR"/>
              <a:defRPr sz="1400" spc="100" baseline="0"/>
            </a:lvl3pPr>
            <a:lvl4pPr marL="1600200" indent="-347472">
              <a:lnSpc>
                <a:spcPct val="125000"/>
              </a:lnSpc>
              <a:spcBef>
                <a:spcPts val="0"/>
              </a:spcBef>
              <a:spcAft>
                <a:spcPts val="600"/>
              </a:spcAft>
              <a:buFont typeface="+mj-lt"/>
              <a:buAutoNum type="alphaLcParenR"/>
              <a:defRPr sz="1200" spc="100" baseline="0"/>
            </a:lvl4pPr>
            <a:lvl5pPr marL="2057400" indent="-347472">
              <a:lnSpc>
                <a:spcPct val="125000"/>
              </a:lnSpc>
              <a:spcBef>
                <a:spcPts val="0"/>
              </a:spcBef>
              <a:spcAft>
                <a:spcPts val="600"/>
              </a:spcAft>
              <a:buFont typeface="+mj-lt"/>
              <a:buAutoNum type="romanLcPeriod"/>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7">
            <a:extLst>
              <a:ext uri="{FF2B5EF4-FFF2-40B4-BE49-F238E27FC236}">
                <a16:creationId xmlns:a16="http://schemas.microsoft.com/office/drawing/2014/main" id="{DDA14B5C-C6A4-65FB-34DD-E1C0FF465FF7}"/>
              </a:ext>
            </a:extLst>
          </p:cNvPr>
          <p:cNvSpPr>
            <a:spLocks noGrp="1"/>
          </p:cNvSpPr>
          <p:nvPr>
            <p:ph sz="quarter" idx="11" hasCustomPrompt="1"/>
          </p:nvPr>
        </p:nvSpPr>
        <p:spPr>
          <a:xfrm>
            <a:off x="5342681" y="2858625"/>
            <a:ext cx="6011119" cy="3338513"/>
          </a:xfrm>
          <a:prstGeom prst="rect">
            <a:avLst/>
          </a:prstGeom>
        </p:spPr>
        <p:txBody>
          <a:bodyPr/>
          <a:lstStyle>
            <a:lvl1pPr marL="0" indent="0">
              <a:lnSpc>
                <a:spcPct val="125000"/>
              </a:lnSpc>
              <a:spcBef>
                <a:spcPts val="0"/>
              </a:spcBef>
              <a:spcAft>
                <a:spcPts val="600"/>
              </a:spcAft>
              <a:buFont typeface="+mj-lt"/>
              <a:buNone/>
              <a:defRPr sz="1800" spc="100" baseline="0"/>
            </a:lvl1pPr>
            <a:lvl2pPr marL="285750" indent="-285750">
              <a:lnSpc>
                <a:spcPct val="125000"/>
              </a:lnSpc>
              <a:spcBef>
                <a:spcPts val="0"/>
              </a:spcBef>
              <a:spcAft>
                <a:spcPts val="600"/>
              </a:spcAft>
              <a:buFont typeface="Arial" panose="020B0604020202020204" pitchFamily="34" charset="0"/>
              <a:buChar char="•"/>
              <a:defRPr sz="1800" spc="100" baseline="0"/>
            </a:lvl2pPr>
            <a:lvl3pPr marL="685800" indent="-285750">
              <a:lnSpc>
                <a:spcPct val="125000"/>
              </a:lnSpc>
              <a:spcBef>
                <a:spcPts val="0"/>
              </a:spcBef>
              <a:spcAft>
                <a:spcPts val="600"/>
              </a:spcAft>
              <a:buFont typeface="Arial" panose="020B0604020202020204" pitchFamily="34" charset="0"/>
              <a:buChar char="•"/>
              <a:defRPr sz="1800" spc="100" baseline="0"/>
            </a:lvl3pPr>
            <a:lvl4pPr marL="1143000" indent="-285750">
              <a:lnSpc>
                <a:spcPct val="125000"/>
              </a:lnSpc>
              <a:spcBef>
                <a:spcPts val="0"/>
              </a:spcBef>
              <a:spcAft>
                <a:spcPts val="600"/>
              </a:spcAft>
              <a:buFont typeface="Arial" panose="020B0604020202020204" pitchFamily="34" charset="0"/>
              <a:buChar char="•"/>
              <a:defRPr sz="1800" spc="100" baseline="0"/>
            </a:lvl4pPr>
            <a:lvl5pPr marL="1600200" indent="-285750">
              <a:lnSpc>
                <a:spcPct val="125000"/>
              </a:lnSpc>
              <a:spcBef>
                <a:spcPts val="0"/>
              </a:spcBef>
              <a:spcAft>
                <a:spcPts val="600"/>
              </a:spcAft>
              <a:buFont typeface="Arial" panose="020B0604020202020204" pitchFamily="34" charset="0"/>
              <a:buChar char="•"/>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14765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914400" y="766915"/>
            <a:ext cx="2782529" cy="21630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864796" y="960385"/>
            <a:ext cx="6341212" cy="1969628"/>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716594"/>
            <a:ext cx="12192000" cy="3141406"/>
          </a:xfrm>
          <a:prstGeom prst="rect">
            <a:avLst/>
          </a:prstGeom>
        </p:spPr>
        <p:txBody>
          <a:bodyPr/>
          <a:lstStyle>
            <a:lvl1pPr marL="0" indent="0" algn="ctr">
              <a:buNone/>
              <a:defRPr/>
            </a:lvl1pPr>
          </a:lstStyle>
          <a:p>
            <a:r>
              <a:rPr lang="en-US" dirty="0"/>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691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5E8994-67B0-7A02-C300-3232691564F0}"/>
              </a:ext>
              <a:ext uri="{C183D7F6-B498-43B3-948B-1728B52AA6E4}">
                <adec:decorative xmlns:adec="http://schemas.microsoft.com/office/drawing/2017/decorative" val="1"/>
              </a:ext>
            </a:extLst>
          </p:cNvPr>
          <p:cNvSpPr/>
          <p:nvPr userDrawn="1"/>
        </p:nvSpPr>
        <p:spPr>
          <a:xfrm>
            <a:off x="4532671" y="0"/>
            <a:ext cx="7659329" cy="6858000"/>
          </a:xfrm>
          <a:prstGeom prst="rect">
            <a:avLst/>
          </a:prstGeom>
          <a:solidFill>
            <a:schemeClr val="accent2">
              <a:lumMod val="40000"/>
              <a:lumOff val="6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933791" y="787869"/>
            <a:ext cx="2743200" cy="2142144"/>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Click to add title</a:t>
            </a:r>
          </a:p>
        </p:txBody>
      </p:sp>
      <p:sp>
        <p:nvSpPr>
          <p:cNvPr id="12" name="Text Placeholder 11">
            <a:extLst>
              <a:ext uri="{FF2B5EF4-FFF2-40B4-BE49-F238E27FC236}">
                <a16:creationId xmlns:a16="http://schemas.microsoft.com/office/drawing/2014/main" id="{2EA6B5C4-24E3-C021-071B-DFF6C6CC497B}"/>
              </a:ext>
            </a:extLst>
          </p:cNvPr>
          <p:cNvSpPr>
            <a:spLocks noGrp="1"/>
          </p:cNvSpPr>
          <p:nvPr>
            <p:ph type="body" sz="quarter" idx="16" hasCustomPrompt="1"/>
          </p:nvPr>
        </p:nvSpPr>
        <p:spPr>
          <a:xfrm>
            <a:off x="933449" y="3429000"/>
            <a:ext cx="2920796" cy="2927350"/>
          </a:xfrm>
          <a:prstGeom prst="rect">
            <a:avLst/>
          </a:prstGeom>
        </p:spPr>
        <p:txBody>
          <a:bodyP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600" spc="100" baseline="0"/>
            </a:lvl2pPr>
            <a:lvl3pPr marL="914400" indent="0">
              <a:lnSpc>
                <a:spcPct val="125000"/>
              </a:lnSpc>
              <a:spcBef>
                <a:spcPts val="0"/>
              </a:spcBef>
              <a:spcAft>
                <a:spcPts val="600"/>
              </a:spcAft>
              <a:buNone/>
              <a:defRPr sz="1400" spc="100" baseline="0"/>
            </a:lvl3pPr>
            <a:lvl4pPr marL="1371600" indent="0">
              <a:lnSpc>
                <a:spcPct val="125000"/>
              </a:lnSpc>
              <a:spcBef>
                <a:spcPts val="0"/>
              </a:spcBef>
              <a:spcAft>
                <a:spcPts val="600"/>
              </a:spcAft>
              <a:buNone/>
              <a:defRPr sz="1200" spc="100" baseline="0"/>
            </a:lvl4pPr>
            <a:lvl5pPr marL="1828800" indent="0">
              <a:lnSpc>
                <a:spcPct val="125000"/>
              </a:lnSpc>
              <a:spcBef>
                <a:spcPts val="0"/>
              </a:spcBef>
              <a:spcAft>
                <a:spcPts val="600"/>
              </a:spcAft>
              <a:buNone/>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5220928" y="787869"/>
            <a:ext cx="6292646" cy="5432263"/>
          </a:xfrm>
          <a:prstGeom prst="rect">
            <a:avLst/>
          </a:prstGeom>
        </p:spPr>
        <p:txBody>
          <a:bodyPr/>
          <a:lstStyle>
            <a:lvl1pPr marL="0" indent="0" algn="ctr">
              <a:buNone/>
              <a:defRPr sz="1800" cap="all" baseline="0">
                <a:solidFill>
                  <a:schemeClr val="tx1"/>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378806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10559" y="1"/>
            <a:ext cx="4952999" cy="2182482"/>
          </a:xfrm>
          <a:prstGeom prst="rect">
            <a:avLst/>
          </a:prstGeom>
          <a:solidFill>
            <a:schemeClr val="accent2">
              <a:alpha val="92000"/>
            </a:schemeClr>
          </a:solidFill>
        </p:spPr>
        <p:txBody>
          <a:bodyPr lIns="731520" rIns="731520" anchor="ctr"/>
          <a:lstStyle>
            <a:lvl1pPr algn="ctr">
              <a:defRPr sz="2400" cap="all" spc="100" baseline="0">
                <a:solidFill>
                  <a:schemeClr val="bg1"/>
                </a:solidFill>
              </a:defRPr>
            </a:lvl1pPr>
          </a:lstStyle>
          <a:p>
            <a:r>
              <a:rPr lang="en-US" dirty="0"/>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942932" y="0"/>
            <a:ext cx="7249067" cy="2182483"/>
          </a:xfrm>
          <a:prstGeom prst="rect">
            <a:avLst/>
          </a:prstGeom>
        </p:spPr>
        <p:txBody>
          <a:bodyPr/>
          <a:lstStyle>
            <a:lvl1pPr marL="0" indent="0" algn="ctr">
              <a:buNone/>
              <a:defRPr/>
            </a:lvl1pPr>
          </a:lstStyle>
          <a:p>
            <a:r>
              <a:rPr lang="en-US" dirty="0"/>
              <a:t>Click to add photo</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2924355"/>
            <a:ext cx="3769525" cy="3300645"/>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6" name="Content Placeholder 5">
            <a:extLst>
              <a:ext uri="{FF2B5EF4-FFF2-40B4-BE49-F238E27FC236}">
                <a16:creationId xmlns:a16="http://schemas.microsoft.com/office/drawing/2014/main" id="{46E5C19A-AE6A-FEDE-6B3C-9B1701F4C501}"/>
              </a:ext>
            </a:extLst>
          </p:cNvPr>
          <p:cNvSpPr>
            <a:spLocks noGrp="1"/>
          </p:cNvSpPr>
          <p:nvPr>
            <p:ph sz="quarter" idx="13" hasCustomPrompt="1"/>
          </p:nvPr>
        </p:nvSpPr>
        <p:spPr>
          <a:xfrm>
            <a:off x="4933262" y="2932801"/>
            <a:ext cx="6411912" cy="3300851"/>
          </a:xfrm>
          <a:prstGeom prst="rect">
            <a:avLst/>
          </a:prstGeom>
        </p:spPr>
        <p:txBody>
          <a:bodyPr/>
          <a:lstStyle>
            <a:lvl1pPr marL="283464" indent="-283464">
              <a:lnSpc>
                <a:spcPct val="125000"/>
              </a:lnSpc>
              <a:spcBef>
                <a:spcPts val="0"/>
              </a:spcBef>
              <a:spcAft>
                <a:spcPts val="0"/>
              </a:spcAft>
              <a:defRPr sz="1800" spc="100" baseline="0"/>
            </a:lvl1pPr>
            <a:lvl2pPr marL="914400" indent="-283464">
              <a:lnSpc>
                <a:spcPct val="125000"/>
              </a:lnSpc>
              <a:spcBef>
                <a:spcPts val="0"/>
              </a:spcBef>
              <a:spcAft>
                <a:spcPts val="0"/>
              </a:spcAft>
              <a:defRPr sz="1800" spc="100" baseline="0"/>
            </a:lvl2pPr>
            <a:lvl3pPr marL="1371600" indent="-283464">
              <a:lnSpc>
                <a:spcPct val="125000"/>
              </a:lnSpc>
              <a:spcBef>
                <a:spcPts val="0"/>
              </a:spcBef>
              <a:spcAft>
                <a:spcPts val="0"/>
              </a:spcAft>
              <a:defRPr sz="1800" spc="100" baseline="0"/>
            </a:lvl3pPr>
            <a:lvl4pPr marL="1828800" indent="-283464">
              <a:lnSpc>
                <a:spcPct val="125000"/>
              </a:lnSpc>
              <a:spcBef>
                <a:spcPts val="0"/>
              </a:spcBef>
              <a:spcAft>
                <a:spcPts val="0"/>
              </a:spcAft>
              <a:defRPr sz="1800" spc="100" baseline="0"/>
            </a:lvl4pPr>
            <a:lvl5pPr marL="2286000" indent="-283464">
              <a:lnSpc>
                <a:spcPct val="125000"/>
              </a:lnSpc>
              <a:spcBef>
                <a:spcPts val="0"/>
              </a:spcBef>
              <a:spcAft>
                <a:spcPts val="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5195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6722F2-1968-8B82-9382-187D808D9CAE}"/>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838200" y="241541"/>
            <a:ext cx="10515600" cy="1215894"/>
          </a:xfrm>
          <a:prstGeom prst="rect">
            <a:avLst/>
          </a:prstGeom>
        </p:spPr>
        <p:txBody>
          <a:bodyPr anchor="b"/>
          <a:lstStyle>
            <a:lvl1pPr algn="ctr">
              <a:defRPr sz="2400" cap="all" spc="100" baseline="0">
                <a:solidFill>
                  <a:schemeClr val="tx2"/>
                </a:solidFill>
              </a:defRPr>
            </a:lvl1pPr>
          </a:lstStyle>
          <a:p>
            <a:r>
              <a:rPr lang="en-US" dirty="0"/>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859468" y="2674190"/>
            <a:ext cx="10494331" cy="3605840"/>
          </a:xfrm>
          <a:prstGeom prst="rect">
            <a:avLst/>
          </a:prstGeom>
        </p:spPr>
        <p:txBody>
          <a:bodyPr/>
          <a:lstStyle>
            <a:lvl1pPr marL="0" indent="0">
              <a:buNone/>
              <a:defRPr sz="14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78116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130061" y="1541398"/>
            <a:ext cx="4442603" cy="2124827"/>
          </a:xfrm>
          <a:prstGeom prst="rect">
            <a:avLst/>
          </a:prstGeom>
          <a:noFill/>
          <a:ln w="28575">
            <a:solidFill>
              <a:schemeClr val="tx1"/>
            </a:solidFill>
          </a:ln>
        </p:spPr>
        <p:txBody>
          <a:bodyPr anchor="ctr"/>
          <a:lstStyle>
            <a:lvl1pPr algn="ctr">
              <a:defRPr sz="2400" cap="all" spc="100" baseline="0">
                <a:solidFill>
                  <a:schemeClr val="tx1"/>
                </a:solidFill>
              </a:defRPr>
            </a:lvl1pPr>
          </a:lstStyle>
          <a:p>
            <a:r>
              <a:rPr lang="en-US" dirty="0"/>
              <a:t>Add 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1130061" y="3984426"/>
            <a:ext cx="4442603" cy="2424999"/>
          </a:xfrm>
          <a:prstGeom prst="rect">
            <a:avLst/>
          </a:prstGeom>
        </p:spPr>
        <p:txBody>
          <a:bodyPr anchor="t"/>
          <a:lstStyle>
            <a:lvl1pPr marL="0" indent="0" algn="ctr">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6771736" y="0"/>
            <a:ext cx="5420263" cy="6858000"/>
          </a:xfrm>
          <a:prstGeom prst="rect">
            <a:avLst/>
          </a:prstGeo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425779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E02389-643A-44A3-9E32-4459CAEAC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5" name="Footer Placeholder 4">
            <a:extLst>
              <a:ext uri="{FF2B5EF4-FFF2-40B4-BE49-F238E27FC236}">
                <a16:creationId xmlns:a16="http://schemas.microsoft.com/office/drawing/2014/main" id="{1E3E221A-6F27-4890-B073-7BA27B8FB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6" name="Slide Number Placeholder 5">
            <a:extLst>
              <a:ext uri="{FF2B5EF4-FFF2-40B4-BE49-F238E27FC236}">
                <a16:creationId xmlns:a16="http://schemas.microsoft.com/office/drawing/2014/main" id="{40B06CAC-A122-486F-81C6-4299D83E9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23011387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73" r:id="rId3"/>
    <p:sldLayoutId id="2147483669" r:id="rId4"/>
    <p:sldLayoutId id="2147483651" r:id="rId5"/>
    <p:sldLayoutId id="2147483671" r:id="rId6"/>
    <p:sldLayoutId id="2147483652" r:id="rId7"/>
    <p:sldLayoutId id="2147483653" r:id="rId8"/>
    <p:sldLayoutId id="2147483650" r:id="rId9"/>
    <p:sldLayoutId id="2147483664" r:id="rId10"/>
    <p:sldLayoutId id="2147483659" r:id="rId11"/>
    <p:sldLayoutId id="2147483662" r:id="rId12"/>
    <p:sldLayoutId id="214748367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hyperlink" Target="https://ieeexplore.ieee.org/abstract/document/9002508" TargetMode="External"/><Relationship Id="rId2" Type="http://schemas.openxmlformats.org/officeDocument/2006/relationships/hyperlink" Target="https://app.readytensor.ai/publications/agentic-ai-for-smart-agriculture-a-multimodal-rag-system-for-crop-disease-detection-diagnosis-mLRSML10lEYd" TargetMode="External"/><Relationship Id="rId1" Type="http://schemas.openxmlformats.org/officeDocument/2006/relationships/slideLayout" Target="../slideLayouts/slideLayout9.xml"/><Relationship Id="rId6" Type="http://schemas.openxmlformats.org/officeDocument/2006/relationships/image" Target="../media/image6.jpeg"/><Relationship Id="rId5" Type="http://schemas.openxmlformats.org/officeDocument/2006/relationships/hyperlink" Target="https://link.springer.com/article/10.1007/s13748-024-00359-4" TargetMode="External"/><Relationship Id="rId4" Type="http://schemas.openxmlformats.org/officeDocument/2006/relationships/hyperlink" Target="https://www.mdpi.com/2077-0472/14/8/1359"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Close-up of a green field">
            <a:extLst>
              <a:ext uri="{FF2B5EF4-FFF2-40B4-BE49-F238E27FC236}">
                <a16:creationId xmlns:a16="http://schemas.microsoft.com/office/drawing/2014/main" id="{FE4A4B5C-D71A-0CFA-A601-EB93F13F5AA0}"/>
              </a:ext>
            </a:extLst>
          </p:cNvPr>
          <p:cNvPicPr>
            <a:picLocks noGrp="1" noChangeAspect="1"/>
          </p:cNvPicPr>
          <p:nvPr>
            <p:ph type="pic" sz="quarter" idx="10"/>
          </p:nvPr>
        </p:nvPicPr>
        <p:blipFill>
          <a:blip r:embed="rId2">
            <a:alphaModFix amt="50000"/>
          </a:blip>
          <a:srcRect/>
          <a:stretch/>
        </p:blipFill>
        <p:spPr>
          <a:xfrm>
            <a:off x="0" y="-1"/>
            <a:ext cx="12192000" cy="6858000"/>
          </a:xfrm>
        </p:spPr>
      </p:pic>
      <p:sp>
        <p:nvSpPr>
          <p:cNvPr id="6" name="TextBox 5">
            <a:extLst>
              <a:ext uri="{FF2B5EF4-FFF2-40B4-BE49-F238E27FC236}">
                <a16:creationId xmlns:a16="http://schemas.microsoft.com/office/drawing/2014/main" id="{C49441F7-5BB8-7A96-6320-853CFFF47D51}"/>
              </a:ext>
            </a:extLst>
          </p:cNvPr>
          <p:cNvSpPr txBox="1"/>
          <p:nvPr/>
        </p:nvSpPr>
        <p:spPr>
          <a:xfrm>
            <a:off x="1543050" y="2128985"/>
            <a:ext cx="9105900" cy="2308324"/>
          </a:xfrm>
          <a:prstGeom prst="rect">
            <a:avLst/>
          </a:prstGeom>
          <a:noFill/>
        </p:spPr>
        <p:txBody>
          <a:bodyPr wrap="square">
            <a:spAutoFit/>
          </a:bodyPr>
          <a:lstStyle/>
          <a:p>
            <a:pPr algn="ctr"/>
            <a:r>
              <a:rPr lang="en-IN" sz="4400" b="1" dirty="0">
                <a:solidFill>
                  <a:schemeClr val="accent5">
                    <a:lumMod val="60000"/>
                    <a:lumOff val="40000"/>
                  </a:schemeClr>
                </a:solidFill>
              </a:rPr>
              <a:t>GRAPEGUARD AI</a:t>
            </a:r>
            <a:br>
              <a:rPr lang="en-IN" sz="4000" dirty="0">
                <a:solidFill>
                  <a:schemeClr val="accent5">
                    <a:lumMod val="60000"/>
                    <a:lumOff val="40000"/>
                  </a:schemeClr>
                </a:solidFill>
              </a:rPr>
            </a:br>
            <a:br>
              <a:rPr lang="en-IN" sz="2000" dirty="0">
                <a:solidFill>
                  <a:schemeClr val="accent5">
                    <a:lumMod val="60000"/>
                    <a:lumOff val="40000"/>
                  </a:schemeClr>
                </a:solidFill>
              </a:rPr>
            </a:br>
            <a:r>
              <a:rPr lang="en-IN" sz="4000" b="0" cap="none" dirty="0">
                <a:solidFill>
                  <a:schemeClr val="accent5">
                    <a:lumMod val="60000"/>
                    <a:lumOff val="40000"/>
                  </a:schemeClr>
                </a:solidFill>
              </a:rPr>
              <a:t>AI-Powered Grape Crop Disease Prediction And Pesticide Recommendation System</a:t>
            </a:r>
            <a:endParaRPr lang="en-IN" sz="4000" dirty="0">
              <a:solidFill>
                <a:schemeClr val="accent5">
                  <a:lumMod val="60000"/>
                  <a:lumOff val="40000"/>
                </a:schemeClr>
              </a:solidFill>
            </a:endParaRPr>
          </a:p>
        </p:txBody>
      </p:sp>
    </p:spTree>
    <p:extLst>
      <p:ext uri="{BB962C8B-B14F-4D97-AF65-F5344CB8AC3E}">
        <p14:creationId xmlns:p14="http://schemas.microsoft.com/office/powerpoint/2010/main" val="176026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green rolling hills with a sunset">
            <a:extLst>
              <a:ext uri="{FF2B5EF4-FFF2-40B4-BE49-F238E27FC236}">
                <a16:creationId xmlns:a16="http://schemas.microsoft.com/office/drawing/2014/main" id="{565AB0FC-9FCD-FDB2-1D84-F3D855D83877}"/>
              </a:ext>
            </a:extLst>
          </p:cNvPr>
          <p:cNvPicPr>
            <a:picLocks noGrp="1" noChangeAspect="1"/>
          </p:cNvPicPr>
          <p:nvPr>
            <p:ph type="pic" sz="quarter" idx="10"/>
          </p:nvPr>
        </p:nvPicPr>
        <p:blipFill>
          <a:blip r:embed="rId2"/>
          <a:srcRect/>
          <a:stretch/>
        </p:blipFill>
        <p:spPr>
          <a:xfrm>
            <a:off x="0" y="0"/>
            <a:ext cx="6217921" cy="6858000"/>
          </a:xfrm>
        </p:spPr>
      </p:pic>
      <p:sp>
        <p:nvSpPr>
          <p:cNvPr id="47" name="Title 46">
            <a:extLst>
              <a:ext uri="{FF2B5EF4-FFF2-40B4-BE49-F238E27FC236}">
                <a16:creationId xmlns:a16="http://schemas.microsoft.com/office/drawing/2014/main" id="{3F9E60C6-15AA-4C95-9519-652CD08A827C}"/>
              </a:ext>
            </a:extLst>
          </p:cNvPr>
          <p:cNvSpPr>
            <a:spLocks noGrp="1"/>
          </p:cNvSpPr>
          <p:nvPr>
            <p:ph type="title"/>
          </p:nvPr>
        </p:nvSpPr>
        <p:spPr>
          <a:xfrm>
            <a:off x="920260" y="2365056"/>
            <a:ext cx="4377400" cy="2160644"/>
          </a:xfrm>
        </p:spPr>
        <p:txBody>
          <a:bodyPr/>
          <a:lstStyle/>
          <a:p>
            <a:r>
              <a:rPr lang="en-US" sz="4400" b="1" spc="600" dirty="0">
                <a:ln w="28575">
                  <a:noFill/>
                  <a:prstDash val="solid"/>
                </a:ln>
                <a:latin typeface="Tw Cen MT" panose="020B0602020104020603" pitchFamily="34" charset="77"/>
              </a:rPr>
              <a:t>CONTENTS</a:t>
            </a:r>
            <a:endParaRPr lang="en-US" sz="4400" dirty="0"/>
          </a:p>
        </p:txBody>
      </p:sp>
      <p:sp>
        <p:nvSpPr>
          <p:cNvPr id="19" name="Text Placeholder 18">
            <a:extLst>
              <a:ext uri="{FF2B5EF4-FFF2-40B4-BE49-F238E27FC236}">
                <a16:creationId xmlns:a16="http://schemas.microsoft.com/office/drawing/2014/main" id="{E0E8875C-8FE5-DCE1-106E-5F34DFD1618E}"/>
              </a:ext>
            </a:extLst>
          </p:cNvPr>
          <p:cNvSpPr>
            <a:spLocks noGrp="1"/>
          </p:cNvSpPr>
          <p:nvPr>
            <p:ph type="body" sz="quarter" idx="12"/>
          </p:nvPr>
        </p:nvSpPr>
        <p:spPr>
          <a:xfrm>
            <a:off x="3118104" y="16378"/>
            <a:ext cx="3099816" cy="6858000"/>
          </a:xfrm>
        </p:spPr>
        <p:txBody>
          <a:bodyPr/>
          <a:lstStyle/>
          <a:p>
            <a:endParaRPr lang="en-US" dirty="0"/>
          </a:p>
        </p:txBody>
      </p:sp>
      <p:sp>
        <p:nvSpPr>
          <p:cNvPr id="4" name="Text Placeholder 3">
            <a:extLst>
              <a:ext uri="{FF2B5EF4-FFF2-40B4-BE49-F238E27FC236}">
                <a16:creationId xmlns:a16="http://schemas.microsoft.com/office/drawing/2014/main" id="{39D3AADE-5119-8CE2-0DD5-2BD7E3403288}"/>
              </a:ext>
            </a:extLst>
          </p:cNvPr>
          <p:cNvSpPr>
            <a:spLocks noGrp="1"/>
          </p:cNvSpPr>
          <p:nvPr>
            <p:ph type="body" sz="quarter" idx="11"/>
          </p:nvPr>
        </p:nvSpPr>
        <p:spPr>
          <a:xfrm>
            <a:off x="6492240" y="1168313"/>
            <a:ext cx="5449824" cy="4554129"/>
          </a:xfrm>
        </p:spPr>
        <p:txBody>
          <a:bodyPr/>
          <a:lstStyle/>
          <a:p>
            <a:pPr marL="342900" indent="-342900">
              <a:lnSpc>
                <a:spcPct val="100000"/>
              </a:lnSpc>
              <a:buClr>
                <a:schemeClr val="tx1">
                  <a:lumMod val="95000"/>
                  <a:lumOff val="5000"/>
                </a:schemeClr>
              </a:buClr>
              <a:buFont typeface="Courier New" panose="02070309020205020404" pitchFamily="49" charset="0"/>
              <a:buChar char="o"/>
            </a:pPr>
            <a:r>
              <a:rPr lang="en-IN" sz="2400" b="1" dirty="0"/>
              <a:t>Problem Statement</a:t>
            </a:r>
          </a:p>
          <a:p>
            <a:pPr marL="342900" indent="-342900">
              <a:lnSpc>
                <a:spcPct val="100000"/>
              </a:lnSpc>
              <a:buClr>
                <a:schemeClr val="tx1">
                  <a:lumMod val="95000"/>
                  <a:lumOff val="5000"/>
                </a:schemeClr>
              </a:buClr>
              <a:buFont typeface="Courier New" panose="02070309020205020404" pitchFamily="49" charset="0"/>
              <a:buChar char="o"/>
            </a:pPr>
            <a:r>
              <a:rPr lang="en-GB" sz="2400" b="1" dirty="0"/>
              <a:t>Project Idea</a:t>
            </a:r>
          </a:p>
          <a:p>
            <a:pPr marL="342900" indent="-342900">
              <a:lnSpc>
                <a:spcPct val="100000"/>
              </a:lnSpc>
              <a:buClr>
                <a:schemeClr val="tx1">
                  <a:lumMod val="95000"/>
                  <a:lumOff val="5000"/>
                </a:schemeClr>
              </a:buClr>
              <a:buFont typeface="Courier New" panose="02070309020205020404" pitchFamily="49" charset="0"/>
              <a:buChar char="o"/>
            </a:pPr>
            <a:r>
              <a:rPr lang="en-IN" sz="2400" b="1" dirty="0"/>
              <a:t>Project Background</a:t>
            </a:r>
            <a:endParaRPr lang="en-GB" sz="2400" b="1" dirty="0"/>
          </a:p>
          <a:p>
            <a:pPr marL="342900" indent="-342900">
              <a:lnSpc>
                <a:spcPct val="100000"/>
              </a:lnSpc>
              <a:buClr>
                <a:schemeClr val="tx1">
                  <a:lumMod val="95000"/>
                  <a:lumOff val="5000"/>
                </a:schemeClr>
              </a:buClr>
              <a:buFont typeface="Courier New" panose="02070309020205020404" pitchFamily="49" charset="0"/>
              <a:buChar char="o"/>
            </a:pPr>
            <a:r>
              <a:rPr lang="en-IN" sz="2400" b="1" dirty="0"/>
              <a:t>System Architecture</a:t>
            </a:r>
          </a:p>
          <a:p>
            <a:pPr marL="342900" indent="-342900">
              <a:lnSpc>
                <a:spcPct val="100000"/>
              </a:lnSpc>
              <a:buClr>
                <a:schemeClr val="tx1">
                  <a:lumMod val="95000"/>
                  <a:lumOff val="5000"/>
                </a:schemeClr>
              </a:buClr>
              <a:buFont typeface="Courier New" panose="02070309020205020404" pitchFamily="49" charset="0"/>
              <a:buChar char="o"/>
            </a:pPr>
            <a:r>
              <a:rPr lang="en-IN" sz="2400" b="1" dirty="0"/>
              <a:t>Software and Hardware Required</a:t>
            </a:r>
            <a:endParaRPr lang="en-GB" sz="2400" b="1" dirty="0"/>
          </a:p>
          <a:p>
            <a:pPr marL="342900" indent="-342900">
              <a:lnSpc>
                <a:spcPct val="100000"/>
              </a:lnSpc>
              <a:buClr>
                <a:schemeClr val="tx1">
                  <a:lumMod val="95000"/>
                  <a:lumOff val="5000"/>
                </a:schemeClr>
              </a:buClr>
              <a:buFont typeface="Courier New" panose="02070309020205020404" pitchFamily="49" charset="0"/>
              <a:buChar char="o"/>
            </a:pPr>
            <a:r>
              <a:rPr lang="en-IN" sz="2400" b="1" dirty="0"/>
              <a:t>References</a:t>
            </a:r>
            <a:endParaRPr lang="en-US" sz="2400" b="1" dirty="0">
              <a:solidFill>
                <a:schemeClr val="bg1"/>
              </a:solidFill>
              <a:latin typeface="Segoe UI Light" panose="020B0502040204020203" pitchFamily="34" charset="0"/>
              <a:cs typeface="Segoe UI Light" panose="020B0502040204020203" pitchFamily="34" charset="0"/>
            </a:endParaRPr>
          </a:p>
        </p:txBody>
      </p:sp>
      <p:sp>
        <p:nvSpPr>
          <p:cNvPr id="20" name="Slide Number Placeholder 19">
            <a:extLst>
              <a:ext uri="{FF2B5EF4-FFF2-40B4-BE49-F238E27FC236}">
                <a16:creationId xmlns:a16="http://schemas.microsoft.com/office/drawing/2014/main" id="{DA9558D5-EB6D-C2EA-C5E2-790769448541}"/>
              </a:ext>
            </a:extLst>
          </p:cNvPr>
          <p:cNvSpPr>
            <a:spLocks noGrp="1"/>
          </p:cNvSpPr>
          <p:nvPr>
            <p:ph type="sldNum" sz="quarter" idx="4"/>
          </p:nvPr>
        </p:nvSpPr>
        <p:spPr/>
        <p:txBody>
          <a:bodyPr/>
          <a:lstStyle/>
          <a:p>
            <a:fld id="{EA87306C-81BA-4795-A5CA-9392456A8C1E}" type="slidenum">
              <a:rPr lang="en-US" smtClean="0"/>
              <a:pPr/>
              <a:t>2</a:t>
            </a:fld>
            <a:endParaRPr lang="en-US" dirty="0"/>
          </a:p>
        </p:txBody>
      </p:sp>
    </p:spTree>
    <p:extLst>
      <p:ext uri="{BB962C8B-B14F-4D97-AF65-F5344CB8AC3E}">
        <p14:creationId xmlns:p14="http://schemas.microsoft.com/office/powerpoint/2010/main" val="3590292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field of wheat with tracks in it">
            <a:extLst>
              <a:ext uri="{FF2B5EF4-FFF2-40B4-BE49-F238E27FC236}">
                <a16:creationId xmlns:a16="http://schemas.microsoft.com/office/drawing/2014/main" id="{5BA975B6-ACDF-974C-4B0A-792DE5F09CB6}"/>
              </a:ext>
            </a:extLst>
          </p:cNvPr>
          <p:cNvPicPr>
            <a:picLocks noGrp="1" noChangeAspect="1"/>
          </p:cNvPicPr>
          <p:nvPr>
            <p:ph type="pic" sz="quarter" idx="10"/>
          </p:nvPr>
        </p:nvPicPr>
        <p:blipFill>
          <a:blip r:embed="rId2">
            <a:alphaModFix amt="50000"/>
          </a:blip>
          <a:srcRect/>
          <a:stretch/>
        </p:blipFill>
        <p:spPr>
          <a:xfrm>
            <a:off x="0" y="0"/>
            <a:ext cx="12192000" cy="6858000"/>
          </a:xfrm>
        </p:spPr>
      </p:pic>
      <p:sp>
        <p:nvSpPr>
          <p:cNvPr id="4" name="TextBox 3">
            <a:extLst>
              <a:ext uri="{FF2B5EF4-FFF2-40B4-BE49-F238E27FC236}">
                <a16:creationId xmlns:a16="http://schemas.microsoft.com/office/drawing/2014/main" id="{09BB3051-4B25-589E-A1F2-0B9694CB8127}"/>
              </a:ext>
            </a:extLst>
          </p:cNvPr>
          <p:cNvSpPr txBox="1"/>
          <p:nvPr/>
        </p:nvSpPr>
        <p:spPr>
          <a:xfrm>
            <a:off x="1366837" y="1105287"/>
            <a:ext cx="9458325" cy="4647426"/>
          </a:xfrm>
          <a:prstGeom prst="rect">
            <a:avLst/>
          </a:prstGeom>
          <a:noFill/>
        </p:spPr>
        <p:txBody>
          <a:bodyPr wrap="square">
            <a:spAutoFit/>
          </a:bodyPr>
          <a:lstStyle/>
          <a:p>
            <a:pPr algn="ctr"/>
            <a:r>
              <a:rPr lang="en-US" sz="4400" b="1" u="sng" dirty="0">
                <a:solidFill>
                  <a:schemeClr val="accent5">
                    <a:lumMod val="60000"/>
                    <a:lumOff val="40000"/>
                  </a:schemeClr>
                </a:solidFill>
              </a:rPr>
              <a:t>PROBLEM STATEMENT</a:t>
            </a:r>
          </a:p>
          <a:p>
            <a:pPr algn="ctr"/>
            <a:endParaRPr lang="en-US" sz="2800" dirty="0">
              <a:solidFill>
                <a:schemeClr val="accent5">
                  <a:lumMod val="60000"/>
                  <a:lumOff val="40000"/>
                </a:schemeClr>
              </a:solidFill>
            </a:endParaRPr>
          </a:p>
          <a:p>
            <a:pPr algn="just"/>
            <a:r>
              <a:rPr lang="en-GB" sz="3200" cap="none" dirty="0">
                <a:solidFill>
                  <a:schemeClr val="accent5">
                    <a:lumMod val="60000"/>
                    <a:lumOff val="40000"/>
                  </a:schemeClr>
                </a:solidFill>
              </a:rPr>
              <a:t>Farmers growing grapes face severe losses due to fungal and bacterial infections. Limited access to experts and lack of reliable pesticide guidance often lead to pesticide misuse and reduced grape yield.</a:t>
            </a:r>
            <a:r>
              <a:rPr lang="en-GB" sz="3200" dirty="0"/>
              <a:t> </a:t>
            </a:r>
            <a:r>
              <a:rPr lang="en-GB" sz="3200" cap="none" dirty="0">
                <a:solidFill>
                  <a:schemeClr val="accent5">
                    <a:lumMod val="60000"/>
                    <a:lumOff val="40000"/>
                  </a:schemeClr>
                </a:solidFill>
              </a:rPr>
              <a:t>To address this, we propose an AI-powered system that predicts grape diseases and provides reliable pesticide recommendations with expert verification.</a:t>
            </a:r>
            <a:endParaRPr lang="en-US" sz="3200" b="0" cap="none" dirty="0">
              <a:solidFill>
                <a:schemeClr val="accent5">
                  <a:lumMod val="60000"/>
                  <a:lumOff val="40000"/>
                </a:schemeClr>
              </a:solidFill>
            </a:endParaRPr>
          </a:p>
        </p:txBody>
      </p:sp>
    </p:spTree>
    <p:extLst>
      <p:ext uri="{BB962C8B-B14F-4D97-AF65-F5344CB8AC3E}">
        <p14:creationId xmlns:p14="http://schemas.microsoft.com/office/powerpoint/2010/main" val="171007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B17D-49A2-00D9-0E08-9BFC5EA08CF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0640E2-7E7E-4FB7-7E15-145CEA0D670F}"/>
              </a:ext>
            </a:extLst>
          </p:cNvPr>
          <p:cNvSpPr>
            <a:spLocks noGrp="1"/>
          </p:cNvSpPr>
          <p:nvPr>
            <p:ph type="title"/>
          </p:nvPr>
        </p:nvSpPr>
        <p:spPr>
          <a:xfrm>
            <a:off x="-10559" y="1"/>
            <a:ext cx="4952999" cy="2104102"/>
          </a:xfrm>
        </p:spPr>
        <p:txBody>
          <a:bodyPr/>
          <a:lstStyle/>
          <a:p>
            <a:r>
              <a:rPr lang="en-US" sz="3200" b="1" spc="600" dirty="0">
                <a:ln w="28575">
                  <a:noFill/>
                  <a:prstDash val="solid"/>
                </a:ln>
                <a:latin typeface="Tw Cen MT" panose="020B0602020104020603" pitchFamily="34" charset="77"/>
              </a:rPr>
              <a:t>Project idea</a:t>
            </a:r>
            <a:endParaRPr lang="en-US" sz="3200" dirty="0"/>
          </a:p>
        </p:txBody>
      </p:sp>
      <p:pic>
        <p:nvPicPr>
          <p:cNvPr id="60" name="Picture Placeholder 59" descr="A picture containing grass sprouting">
            <a:extLst>
              <a:ext uri="{FF2B5EF4-FFF2-40B4-BE49-F238E27FC236}">
                <a16:creationId xmlns:a16="http://schemas.microsoft.com/office/drawing/2014/main" id="{0A3BBC4A-6080-E6AC-E9D8-C41E5E624528}"/>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t="179" b="179"/>
          <a:stretch/>
        </p:blipFill>
        <p:spPr>
          <a:xfrm>
            <a:off x="4942932" y="0"/>
            <a:ext cx="7249067" cy="2104103"/>
          </a:xfrm>
        </p:spPr>
      </p:pic>
      <p:sp>
        <p:nvSpPr>
          <p:cNvPr id="8" name="Text Placeholder 7">
            <a:extLst>
              <a:ext uri="{FF2B5EF4-FFF2-40B4-BE49-F238E27FC236}">
                <a16:creationId xmlns:a16="http://schemas.microsoft.com/office/drawing/2014/main" id="{0AF64F6C-817C-D347-9899-D77E807DDDFE}"/>
              </a:ext>
            </a:extLst>
          </p:cNvPr>
          <p:cNvSpPr>
            <a:spLocks noGrp="1"/>
          </p:cNvSpPr>
          <p:nvPr>
            <p:ph type="body" sz="quarter" idx="12"/>
          </p:nvPr>
        </p:nvSpPr>
        <p:spPr>
          <a:xfrm>
            <a:off x="202692" y="2104103"/>
            <a:ext cx="11786616" cy="4857135"/>
          </a:xfrm>
          <a:ln>
            <a:solidFill>
              <a:schemeClr val="bg1"/>
            </a:solidFill>
          </a:ln>
        </p:spPr>
        <p:txBody>
          <a:bodyPr/>
          <a:lstStyle/>
          <a:p>
            <a:pPr algn="just">
              <a:lnSpc>
                <a:spcPct val="100000"/>
              </a:lnSpc>
            </a:pPr>
            <a:r>
              <a:rPr lang="en-GB" dirty="0"/>
              <a:t>This project aims to develop an AI-powered system that helps grape farmers detect common grape diseases early and receive reliable pesticide recommendations with clear explanations. </a:t>
            </a:r>
            <a:r>
              <a:rPr lang="en-US" dirty="0"/>
              <a:t>Uses a CNN-based image model for disease detection and LLM for explainable recommendations</a:t>
            </a:r>
            <a:r>
              <a:rPr lang="en-GB" dirty="0"/>
              <a:t>, </a:t>
            </a:r>
            <a:r>
              <a:rPr lang="en-US" dirty="0"/>
              <a:t>RAG retrieves pesticide recommendations from a verified grape-disease dataset</a:t>
            </a:r>
            <a:r>
              <a:rPr lang="en-GB" dirty="0"/>
              <a:t>, Explainable AI for transparency, and expert verification for accuracy.</a:t>
            </a:r>
          </a:p>
          <a:p>
            <a:pPr algn="just">
              <a:lnSpc>
                <a:spcPct val="100000"/>
              </a:lnSpc>
            </a:pPr>
            <a:endParaRPr lang="en-GB" sz="1600" dirty="0"/>
          </a:p>
          <a:p>
            <a:r>
              <a:rPr lang="en-GB" sz="2000" b="1" dirty="0"/>
              <a:t>Key Features:-</a:t>
            </a:r>
          </a:p>
          <a:p>
            <a:pPr marL="342900" indent="-342900">
              <a:buFont typeface="+mj-lt"/>
              <a:buAutoNum type="arabicPeriod"/>
            </a:pPr>
            <a:r>
              <a:rPr lang="en-IN" b="1" dirty="0"/>
              <a:t>Disease Prediction</a:t>
            </a:r>
            <a:r>
              <a:rPr lang="en-IN" dirty="0"/>
              <a:t> – Identifies grape diseases from images/symptoms.</a:t>
            </a:r>
          </a:p>
          <a:p>
            <a:pPr marL="342900" indent="-342900">
              <a:buFont typeface="+mj-lt"/>
              <a:buAutoNum type="arabicPeriod"/>
            </a:pPr>
            <a:r>
              <a:rPr lang="en-IN" b="1" dirty="0"/>
              <a:t>Explainable AI </a:t>
            </a:r>
            <a:r>
              <a:rPr lang="en-IN" dirty="0"/>
              <a:t>– </a:t>
            </a:r>
            <a:r>
              <a:rPr lang="en-US" dirty="0"/>
              <a:t>Provides confidence scores, reasoning, and treatment justification for transparency.</a:t>
            </a:r>
          </a:p>
          <a:p>
            <a:pPr marL="342900" indent="-342900">
              <a:buFont typeface="+mj-lt"/>
              <a:buAutoNum type="arabicPeriod"/>
            </a:pPr>
            <a:r>
              <a:rPr lang="en-IN" b="1" dirty="0"/>
              <a:t>Expert Verification </a:t>
            </a:r>
            <a:r>
              <a:rPr lang="en-IN" dirty="0"/>
              <a:t>–</a:t>
            </a:r>
            <a:r>
              <a:rPr lang="en-US" dirty="0"/>
              <a:t>Agriculture experts review and approve AI-generated diagnoses and recommendations.</a:t>
            </a:r>
          </a:p>
          <a:p>
            <a:pPr marL="342900" indent="-342900">
              <a:buFont typeface="+mj-lt"/>
              <a:buAutoNum type="arabicPeriod"/>
            </a:pPr>
            <a:r>
              <a:rPr lang="en-IN" b="1" dirty="0"/>
              <a:t>Pesticide Recommendation (RAG) </a:t>
            </a:r>
            <a:r>
              <a:rPr lang="en-IN" dirty="0"/>
              <a:t>– Suggests trusted chemical &amp; organic treatments from verified pesticide dataset.</a:t>
            </a:r>
          </a:p>
          <a:p>
            <a:endParaRPr lang="en-GB" sz="1600" dirty="0"/>
          </a:p>
        </p:txBody>
      </p:sp>
      <p:sp>
        <p:nvSpPr>
          <p:cNvPr id="2" name="Slide Number Placeholder 1">
            <a:extLst>
              <a:ext uri="{FF2B5EF4-FFF2-40B4-BE49-F238E27FC236}">
                <a16:creationId xmlns:a16="http://schemas.microsoft.com/office/drawing/2014/main" id="{251AFD77-7F28-D9FF-6A01-FDBFE48A41A7}"/>
              </a:ext>
            </a:extLst>
          </p:cNvPr>
          <p:cNvSpPr>
            <a:spLocks noGrp="1"/>
          </p:cNvSpPr>
          <p:nvPr>
            <p:ph type="sldNum" sz="quarter" idx="4"/>
          </p:nvPr>
        </p:nvSpPr>
        <p:spPr/>
        <p:txBody>
          <a:bodyPr/>
          <a:lstStyle/>
          <a:p>
            <a:fld id="{EA87306C-81BA-4795-A5CA-9392456A8C1E}" type="slidenum">
              <a:rPr lang="en-US" smtClean="0"/>
              <a:pPr/>
              <a:t>4</a:t>
            </a:fld>
            <a:endParaRPr lang="en-US" dirty="0"/>
          </a:p>
        </p:txBody>
      </p:sp>
    </p:spTree>
    <p:extLst>
      <p:ext uri="{BB962C8B-B14F-4D97-AF65-F5344CB8AC3E}">
        <p14:creationId xmlns:p14="http://schemas.microsoft.com/office/powerpoint/2010/main" val="144869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8912A-BF96-13D2-35A1-31D399789A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FC0E72-DC62-9C37-0B05-19632E698566}"/>
              </a:ext>
            </a:extLst>
          </p:cNvPr>
          <p:cNvSpPr>
            <a:spLocks noGrp="1"/>
          </p:cNvSpPr>
          <p:nvPr>
            <p:ph type="title"/>
          </p:nvPr>
        </p:nvSpPr>
        <p:spPr>
          <a:xfrm>
            <a:off x="-10559" y="1"/>
            <a:ext cx="4952999" cy="2182482"/>
          </a:xfrm>
        </p:spPr>
        <p:txBody>
          <a:bodyPr/>
          <a:lstStyle/>
          <a:p>
            <a:r>
              <a:rPr lang="en-US" sz="3200" b="1" spc="600" dirty="0">
                <a:ln w="28575">
                  <a:noFill/>
                  <a:prstDash val="solid"/>
                </a:ln>
                <a:latin typeface="Tw Cen MT" panose="020B0602020104020603" pitchFamily="34" charset="77"/>
              </a:rPr>
              <a:t>PROJECT BACKGROUND</a:t>
            </a:r>
            <a:endParaRPr lang="en-US" sz="3200" dirty="0"/>
          </a:p>
        </p:txBody>
      </p:sp>
      <p:pic>
        <p:nvPicPr>
          <p:cNvPr id="60" name="Picture Placeholder 59" descr="A picture containing grass sprouting">
            <a:extLst>
              <a:ext uri="{FF2B5EF4-FFF2-40B4-BE49-F238E27FC236}">
                <a16:creationId xmlns:a16="http://schemas.microsoft.com/office/drawing/2014/main" id="{940CDC13-2BAF-E801-BA7B-386C1A745FEA}"/>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t="179" b="179"/>
          <a:stretch/>
        </p:blipFill>
        <p:spPr>
          <a:xfrm>
            <a:off x="4942932" y="0"/>
            <a:ext cx="7249067" cy="2182483"/>
          </a:xfrm>
        </p:spPr>
      </p:pic>
      <p:sp>
        <p:nvSpPr>
          <p:cNvPr id="8" name="Text Placeholder 7">
            <a:extLst>
              <a:ext uri="{FF2B5EF4-FFF2-40B4-BE49-F238E27FC236}">
                <a16:creationId xmlns:a16="http://schemas.microsoft.com/office/drawing/2014/main" id="{3214B2EF-CF2E-52AC-2ABE-6BC9F812BFE1}"/>
              </a:ext>
            </a:extLst>
          </p:cNvPr>
          <p:cNvSpPr>
            <a:spLocks noGrp="1"/>
          </p:cNvSpPr>
          <p:nvPr>
            <p:ph type="body" sz="quarter" idx="12"/>
          </p:nvPr>
        </p:nvSpPr>
        <p:spPr>
          <a:xfrm>
            <a:off x="292609" y="2293419"/>
            <a:ext cx="5678534" cy="4428056"/>
          </a:xfrm>
          <a:ln>
            <a:solidFill>
              <a:schemeClr val="bg1"/>
            </a:solidFill>
          </a:ln>
        </p:spPr>
        <p:txBody>
          <a:bodyPr/>
          <a:lstStyle/>
          <a:p>
            <a:pPr marL="342900" indent="-342900" algn="just">
              <a:lnSpc>
                <a:spcPct val="100000"/>
              </a:lnSpc>
              <a:buFont typeface="Arial" panose="020B0604020202020204" pitchFamily="34" charset="0"/>
              <a:buChar char="•"/>
            </a:pPr>
            <a:r>
              <a:rPr lang="en-IN" sz="2400" b="1" dirty="0"/>
              <a:t>Limitations of </a:t>
            </a:r>
            <a:r>
              <a:rPr lang="en-GB" sz="2400" b="1" dirty="0"/>
              <a:t>Existing System:-</a:t>
            </a:r>
          </a:p>
          <a:p>
            <a:pPr marL="342900" indent="-342900" algn="just">
              <a:lnSpc>
                <a:spcPct val="100000"/>
              </a:lnSpc>
              <a:buFont typeface="Arial" panose="020B0604020202020204" pitchFamily="34" charset="0"/>
              <a:buChar char="•"/>
            </a:pPr>
            <a:endParaRPr lang="en-GB" sz="1400" b="1" dirty="0"/>
          </a:p>
          <a:p>
            <a:pPr marL="457200" indent="-457200" algn="just">
              <a:lnSpc>
                <a:spcPct val="100000"/>
              </a:lnSpc>
              <a:buFont typeface="+mj-lt"/>
              <a:buAutoNum type="arabicPeriod"/>
            </a:pPr>
            <a:r>
              <a:rPr lang="en-IN" b="1" dirty="0"/>
              <a:t>No Pesticide Recommendation</a:t>
            </a:r>
            <a:r>
              <a:rPr lang="en-GB" dirty="0"/>
              <a:t>–</a:t>
            </a:r>
            <a:r>
              <a:rPr lang="en-US" dirty="0"/>
              <a:t>Farmers need to consult external experts after detection.</a:t>
            </a:r>
          </a:p>
          <a:p>
            <a:pPr marL="457200" indent="-457200" algn="just">
              <a:lnSpc>
                <a:spcPct val="100000"/>
              </a:lnSpc>
              <a:buFont typeface="+mj-lt"/>
              <a:buAutoNum type="arabicPeriod"/>
            </a:pPr>
            <a:endParaRPr lang="en-GB" sz="200" dirty="0"/>
          </a:p>
          <a:p>
            <a:pPr marL="457200" indent="-457200" algn="just">
              <a:lnSpc>
                <a:spcPct val="100000"/>
              </a:lnSpc>
              <a:buFont typeface="+mj-lt"/>
              <a:buAutoNum type="arabicPeriod"/>
            </a:pPr>
            <a:r>
              <a:rPr lang="en-US" b="1" dirty="0"/>
              <a:t>Lack of Explainability (Black-Box Models)</a:t>
            </a:r>
            <a:r>
              <a:rPr lang="en-GB" dirty="0"/>
              <a:t>– </a:t>
            </a:r>
            <a:r>
              <a:rPr lang="en-US" dirty="0"/>
              <a:t>Models give predictions without explaining why a disease is detected.</a:t>
            </a:r>
          </a:p>
          <a:p>
            <a:pPr marL="457200" indent="-457200" algn="just">
              <a:lnSpc>
                <a:spcPct val="100000"/>
              </a:lnSpc>
              <a:buFont typeface="+mj-lt"/>
              <a:buAutoNum type="arabicPeriod"/>
            </a:pPr>
            <a:endParaRPr lang="en-GB" sz="200" dirty="0"/>
          </a:p>
          <a:p>
            <a:pPr marL="457200" indent="-457200" algn="just">
              <a:lnSpc>
                <a:spcPct val="100000"/>
              </a:lnSpc>
              <a:buFont typeface="+mj-lt"/>
              <a:buAutoNum type="arabicPeriod"/>
            </a:pPr>
            <a:endParaRPr lang="en-US" sz="200" dirty="0"/>
          </a:p>
          <a:p>
            <a:pPr marL="457200" indent="-457200" algn="just">
              <a:lnSpc>
                <a:spcPct val="100000"/>
              </a:lnSpc>
              <a:buFont typeface="+mj-lt"/>
              <a:buAutoNum type="arabicPeriod"/>
            </a:pPr>
            <a:r>
              <a:rPr lang="en-GB" b="1" dirty="0"/>
              <a:t>No Expert Validation</a:t>
            </a:r>
            <a:r>
              <a:rPr lang="en-GB" dirty="0"/>
              <a:t> – Predictions are not reviewed or verified by agricultural  experts.</a:t>
            </a:r>
          </a:p>
          <a:p>
            <a:pPr algn="just">
              <a:lnSpc>
                <a:spcPct val="100000"/>
              </a:lnSpc>
            </a:pPr>
            <a:endParaRPr lang="en-US" sz="2000" dirty="0"/>
          </a:p>
          <a:p>
            <a:pPr marL="457200" indent="-457200" algn="just">
              <a:lnSpc>
                <a:spcPct val="100000"/>
              </a:lnSpc>
              <a:buFont typeface="+mj-lt"/>
              <a:buAutoNum type="arabicPeriod"/>
            </a:pPr>
            <a:endParaRPr lang="en-US" sz="400" dirty="0"/>
          </a:p>
        </p:txBody>
      </p:sp>
      <p:sp>
        <p:nvSpPr>
          <p:cNvPr id="2" name="Slide Number Placeholder 1">
            <a:extLst>
              <a:ext uri="{FF2B5EF4-FFF2-40B4-BE49-F238E27FC236}">
                <a16:creationId xmlns:a16="http://schemas.microsoft.com/office/drawing/2014/main" id="{1E5B53CB-9C11-AF9C-903A-7CD8B98A53F0}"/>
              </a:ext>
            </a:extLst>
          </p:cNvPr>
          <p:cNvSpPr>
            <a:spLocks noGrp="1"/>
          </p:cNvSpPr>
          <p:nvPr>
            <p:ph type="sldNum" sz="quarter" idx="4"/>
          </p:nvPr>
        </p:nvSpPr>
        <p:spPr/>
        <p:txBody>
          <a:bodyPr/>
          <a:lstStyle/>
          <a:p>
            <a:fld id="{EA87306C-81BA-4795-A5CA-9392456A8C1E}" type="slidenum">
              <a:rPr lang="en-US" smtClean="0"/>
              <a:pPr/>
              <a:t>5</a:t>
            </a:fld>
            <a:endParaRPr lang="en-US" dirty="0"/>
          </a:p>
        </p:txBody>
      </p:sp>
      <p:sp>
        <p:nvSpPr>
          <p:cNvPr id="7" name="TextBox 6">
            <a:extLst>
              <a:ext uri="{FF2B5EF4-FFF2-40B4-BE49-F238E27FC236}">
                <a16:creationId xmlns:a16="http://schemas.microsoft.com/office/drawing/2014/main" id="{B13F0114-9CE3-1785-EEDF-81B14337C507}"/>
              </a:ext>
            </a:extLst>
          </p:cNvPr>
          <p:cNvSpPr txBox="1"/>
          <p:nvPr/>
        </p:nvSpPr>
        <p:spPr>
          <a:xfrm>
            <a:off x="6312310" y="2184986"/>
            <a:ext cx="5587081" cy="3962623"/>
          </a:xfrm>
          <a:prstGeom prst="rect">
            <a:avLst/>
          </a:prstGeom>
          <a:noFill/>
        </p:spPr>
        <p:txBody>
          <a:bodyPr wrap="square">
            <a:spAutoFit/>
          </a:bodyPr>
          <a:lstStyle/>
          <a:p>
            <a:pPr marL="342900" indent="-342900" algn="just">
              <a:lnSpc>
                <a:spcPct val="150000"/>
              </a:lnSpc>
            </a:pPr>
            <a:r>
              <a:rPr lang="en-GB" sz="2400" b="1" spc="100" dirty="0"/>
              <a:t>Existing System:-</a:t>
            </a:r>
          </a:p>
          <a:p>
            <a:pPr marL="342900" indent="-342900" algn="just">
              <a:lnSpc>
                <a:spcPct val="150000"/>
              </a:lnSpc>
            </a:pPr>
            <a:endParaRPr lang="en-GB" sz="600" b="1" spc="100" dirty="0"/>
          </a:p>
          <a:p>
            <a:pPr marL="342900" indent="-342900" algn="just">
              <a:lnSpc>
                <a:spcPct val="150000"/>
              </a:lnSpc>
            </a:pPr>
            <a:endParaRPr lang="en-GB" sz="200" b="1" spc="100" dirty="0"/>
          </a:p>
          <a:p>
            <a:pPr marL="342900" indent="-342900" algn="just">
              <a:lnSpc>
                <a:spcPct val="150000"/>
              </a:lnSpc>
              <a:buFont typeface="+mj-lt"/>
              <a:buAutoNum type="arabicPeriod"/>
            </a:pPr>
            <a:r>
              <a:rPr lang="en-GB" b="1" spc="100" dirty="0" err="1"/>
              <a:t>Plantix</a:t>
            </a:r>
            <a:r>
              <a:rPr lang="en-GB" b="1" spc="100" dirty="0"/>
              <a:t> App</a:t>
            </a:r>
          </a:p>
          <a:p>
            <a:pPr indent="-285750" algn="just">
              <a:spcAft>
                <a:spcPts val="600"/>
              </a:spcAft>
              <a:buFont typeface="Symbol" panose="05050102010706020507" pitchFamily="18" charset="2"/>
              <a:buChar char="-"/>
            </a:pPr>
            <a:r>
              <a:rPr lang="en-US" spc="100" dirty="0"/>
              <a:t>Limited explainability, does not give clear pesticide usage guidance.</a:t>
            </a:r>
            <a:endParaRPr lang="en-GB" spc="100" dirty="0"/>
          </a:p>
          <a:p>
            <a:pPr indent="-285750" algn="just">
              <a:spcAft>
                <a:spcPts val="600"/>
              </a:spcAft>
              <a:buFont typeface="Symbol" panose="05050102010706020507" pitchFamily="18" charset="2"/>
              <a:buChar char="-"/>
            </a:pPr>
            <a:r>
              <a:rPr lang="en-US" spc="100" dirty="0"/>
              <a:t>Black-box → farmers just see the result</a:t>
            </a:r>
            <a:r>
              <a:rPr lang="en-GB" spc="100" dirty="0"/>
              <a:t>.</a:t>
            </a:r>
          </a:p>
          <a:p>
            <a:pPr marL="0" indent="0" algn="just">
              <a:buNone/>
            </a:pPr>
            <a:endParaRPr lang="en-GB" dirty="0"/>
          </a:p>
          <a:p>
            <a:pPr algn="just"/>
            <a:r>
              <a:rPr lang="en-US" b="1" spc="100" dirty="0"/>
              <a:t>2. </a:t>
            </a:r>
            <a:r>
              <a:rPr lang="en-US" b="1" spc="100" dirty="0" err="1"/>
              <a:t>AgroAI</a:t>
            </a:r>
            <a:r>
              <a:rPr lang="en-US" b="1" spc="100" dirty="0"/>
              <a:t> </a:t>
            </a:r>
            <a:endParaRPr lang="en-GB" b="1" spc="100" dirty="0"/>
          </a:p>
          <a:p>
            <a:pPr algn="just">
              <a:lnSpc>
                <a:spcPct val="100000"/>
              </a:lnSpc>
              <a:buFont typeface="Symbol" panose="05050102010706020507" pitchFamily="18" charset="2"/>
              <a:buChar char="-"/>
            </a:pPr>
            <a:r>
              <a:rPr lang="en-US" spc="100" dirty="0"/>
              <a:t>Uses CNN-based image classification for crop diseases</a:t>
            </a:r>
            <a:r>
              <a:rPr lang="en-GB" spc="100" dirty="0"/>
              <a:t>.</a:t>
            </a:r>
          </a:p>
          <a:p>
            <a:pPr algn="just">
              <a:lnSpc>
                <a:spcPct val="100000"/>
              </a:lnSpc>
              <a:buFont typeface="Symbol" panose="05050102010706020507" pitchFamily="18" charset="2"/>
              <a:buChar char="-"/>
            </a:pPr>
            <a:r>
              <a:rPr lang="en-US" spc="100" dirty="0"/>
              <a:t>Needs huge labelled datasets, fails with low-quality images, not crop-</a:t>
            </a:r>
            <a:r>
              <a:rPr lang="en-US" spc="100" dirty="0" err="1"/>
              <a:t>generalised</a:t>
            </a:r>
            <a:r>
              <a:rPr lang="en-GB" spc="100" dirty="0"/>
              <a:t>.</a:t>
            </a:r>
          </a:p>
        </p:txBody>
      </p:sp>
    </p:spTree>
    <p:extLst>
      <p:ext uri="{BB962C8B-B14F-4D97-AF65-F5344CB8AC3E}">
        <p14:creationId xmlns:p14="http://schemas.microsoft.com/office/powerpoint/2010/main" val="1551805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39C01-A54E-3151-1C89-7922A4DEAC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DC0F60A-EB3A-D073-413A-DD295E855A86}"/>
              </a:ext>
            </a:extLst>
          </p:cNvPr>
          <p:cNvSpPr>
            <a:spLocks noGrp="1"/>
          </p:cNvSpPr>
          <p:nvPr>
            <p:ph type="title"/>
          </p:nvPr>
        </p:nvSpPr>
        <p:spPr>
          <a:xfrm>
            <a:off x="-10559" y="2"/>
            <a:ext cx="5048903" cy="875069"/>
          </a:xfrm>
        </p:spPr>
        <p:txBody>
          <a:bodyPr/>
          <a:lstStyle/>
          <a:p>
            <a:r>
              <a:rPr lang="en-US" sz="3200" b="1" spc="600" dirty="0">
                <a:ln w="28575">
                  <a:noFill/>
                  <a:prstDash val="solid"/>
                </a:ln>
                <a:latin typeface="Tw Cen MT" panose="020B0602020104020603" pitchFamily="34" charset="77"/>
              </a:rPr>
              <a:t>SYSTEM</a:t>
            </a:r>
            <a:br>
              <a:rPr lang="en-US" sz="3200" b="1" spc="600" dirty="0">
                <a:ln w="28575">
                  <a:noFill/>
                  <a:prstDash val="solid"/>
                </a:ln>
                <a:latin typeface="Tw Cen MT" panose="020B0602020104020603" pitchFamily="34" charset="77"/>
              </a:rPr>
            </a:br>
            <a:r>
              <a:rPr lang="en-US" sz="3200" b="1" spc="600" dirty="0">
                <a:ln w="28575">
                  <a:noFill/>
                  <a:prstDash val="solid"/>
                </a:ln>
                <a:latin typeface="Tw Cen MT" panose="020B0602020104020603" pitchFamily="34" charset="77"/>
              </a:rPr>
              <a:t>ARCHITECTURE</a:t>
            </a:r>
            <a:endParaRPr lang="en-US" sz="3200" dirty="0"/>
          </a:p>
        </p:txBody>
      </p:sp>
      <p:pic>
        <p:nvPicPr>
          <p:cNvPr id="60" name="Picture Placeholder 59" descr="A picture containing grass sprouting">
            <a:extLst>
              <a:ext uri="{FF2B5EF4-FFF2-40B4-BE49-F238E27FC236}">
                <a16:creationId xmlns:a16="http://schemas.microsoft.com/office/drawing/2014/main" id="{B62ECAF1-FE76-FF6C-DD92-691581EC7A11}"/>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t="179" b="179"/>
          <a:stretch/>
        </p:blipFill>
        <p:spPr>
          <a:xfrm>
            <a:off x="4942932" y="0"/>
            <a:ext cx="7249067" cy="875069"/>
          </a:xfrm>
        </p:spPr>
      </p:pic>
      <p:sp>
        <p:nvSpPr>
          <p:cNvPr id="2" name="Slide Number Placeholder 1">
            <a:extLst>
              <a:ext uri="{FF2B5EF4-FFF2-40B4-BE49-F238E27FC236}">
                <a16:creationId xmlns:a16="http://schemas.microsoft.com/office/drawing/2014/main" id="{5A2A896A-ED7B-78CC-5E01-D70B150EC37A}"/>
              </a:ext>
            </a:extLst>
          </p:cNvPr>
          <p:cNvSpPr>
            <a:spLocks noGrp="1"/>
          </p:cNvSpPr>
          <p:nvPr>
            <p:ph type="sldNum" sz="quarter" idx="4"/>
          </p:nvPr>
        </p:nvSpPr>
        <p:spPr/>
        <p:txBody>
          <a:bodyPr/>
          <a:lstStyle/>
          <a:p>
            <a:fld id="{EA87306C-81BA-4795-A5CA-9392456A8C1E}" type="slidenum">
              <a:rPr lang="en-US" smtClean="0"/>
              <a:pPr/>
              <a:t>6</a:t>
            </a:fld>
            <a:endParaRPr lang="en-US" dirty="0"/>
          </a:p>
        </p:txBody>
      </p:sp>
      <p:pic>
        <p:nvPicPr>
          <p:cNvPr id="5" name="Picture 4">
            <a:extLst>
              <a:ext uri="{FF2B5EF4-FFF2-40B4-BE49-F238E27FC236}">
                <a16:creationId xmlns:a16="http://schemas.microsoft.com/office/drawing/2014/main" id="{EE413FA2-96B9-9327-39FB-336532EB416E}"/>
              </a:ext>
            </a:extLst>
          </p:cNvPr>
          <p:cNvPicPr>
            <a:picLocks noChangeAspect="1"/>
          </p:cNvPicPr>
          <p:nvPr/>
        </p:nvPicPr>
        <p:blipFill>
          <a:blip r:embed="rId3"/>
          <a:srcRect l="4983" t="14191" r="3746" b="12134"/>
          <a:stretch>
            <a:fillRect/>
          </a:stretch>
        </p:blipFill>
        <p:spPr>
          <a:xfrm>
            <a:off x="1219199" y="1068174"/>
            <a:ext cx="9908963" cy="5288176"/>
          </a:xfrm>
          <a:prstGeom prst="rect">
            <a:avLst/>
          </a:prstGeom>
        </p:spPr>
      </p:pic>
    </p:spTree>
    <p:extLst>
      <p:ext uri="{BB962C8B-B14F-4D97-AF65-F5344CB8AC3E}">
        <p14:creationId xmlns:p14="http://schemas.microsoft.com/office/powerpoint/2010/main" val="3475069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82336-2973-D5FA-2FBF-7B9AA0E56191}"/>
              </a:ext>
            </a:extLst>
          </p:cNvPr>
          <p:cNvSpPr>
            <a:spLocks noGrp="1"/>
          </p:cNvSpPr>
          <p:nvPr>
            <p:ph type="title"/>
          </p:nvPr>
        </p:nvSpPr>
        <p:spPr>
          <a:xfrm>
            <a:off x="-10559" y="1"/>
            <a:ext cx="4952999" cy="2182482"/>
          </a:xfrm>
        </p:spPr>
        <p:txBody>
          <a:bodyPr/>
          <a:lstStyle/>
          <a:p>
            <a:pPr algn="l">
              <a:lnSpc>
                <a:spcPct val="100000"/>
              </a:lnSpc>
            </a:pPr>
            <a:r>
              <a:rPr lang="en-IN" sz="3200" dirty="0"/>
              <a:t>Software and Hardware Requirements</a:t>
            </a:r>
            <a:endParaRPr lang="en-US" sz="3200" dirty="0"/>
          </a:p>
        </p:txBody>
      </p:sp>
      <p:pic>
        <p:nvPicPr>
          <p:cNvPr id="60" name="Picture Placeholder 59" descr="A picture containing grass sprouting">
            <a:extLst>
              <a:ext uri="{FF2B5EF4-FFF2-40B4-BE49-F238E27FC236}">
                <a16:creationId xmlns:a16="http://schemas.microsoft.com/office/drawing/2014/main" id="{203BE455-3949-41E3-AD2E-8F6C87C38369}"/>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t="179" b="179"/>
          <a:stretch/>
        </p:blipFill>
        <p:spPr>
          <a:xfrm>
            <a:off x="4942932" y="0"/>
            <a:ext cx="7249067" cy="2182483"/>
          </a:xfrm>
        </p:spPr>
      </p:pic>
      <p:sp>
        <p:nvSpPr>
          <p:cNvPr id="8" name="Text Placeholder 7">
            <a:extLst>
              <a:ext uri="{FF2B5EF4-FFF2-40B4-BE49-F238E27FC236}">
                <a16:creationId xmlns:a16="http://schemas.microsoft.com/office/drawing/2014/main" id="{1944C2A3-12E7-A6E7-1D8A-9A1EC6331F24}"/>
              </a:ext>
            </a:extLst>
          </p:cNvPr>
          <p:cNvSpPr>
            <a:spLocks noGrp="1"/>
          </p:cNvSpPr>
          <p:nvPr>
            <p:ph type="body" sz="quarter" idx="12"/>
          </p:nvPr>
        </p:nvSpPr>
        <p:spPr>
          <a:xfrm>
            <a:off x="423303" y="2385176"/>
            <a:ext cx="9380451" cy="4217744"/>
          </a:xfrm>
        </p:spPr>
        <p:txBody>
          <a:bodyPr/>
          <a:lstStyle/>
          <a:p>
            <a:pPr algn="ctr"/>
            <a:r>
              <a:rPr lang="en-US" sz="2400" b="1" dirty="0"/>
              <a:t>SOFTWARE</a:t>
            </a:r>
            <a:r>
              <a:rPr lang="en-IN" dirty="0"/>
              <a:t>.</a:t>
            </a:r>
          </a:p>
          <a:p>
            <a:pPr marL="285750" indent="-285750">
              <a:buFont typeface="Arial" panose="020B0604020202020204" pitchFamily="34" charset="0"/>
              <a:buChar char="•"/>
            </a:pPr>
            <a:r>
              <a:rPr lang="en-IN" b="1" dirty="0"/>
              <a:t>Programming Languages</a:t>
            </a:r>
            <a:r>
              <a:rPr lang="en-IN" dirty="0"/>
              <a:t> - Python, JavaScript, HTML, CSS.</a:t>
            </a:r>
          </a:p>
          <a:p>
            <a:pPr marL="285750" indent="-285750">
              <a:buFont typeface="Arial" panose="020B0604020202020204" pitchFamily="34" charset="0"/>
              <a:buChar char="•"/>
            </a:pPr>
            <a:r>
              <a:rPr lang="en-IN" b="1" dirty="0"/>
              <a:t>Frameworks &amp; Libraries </a:t>
            </a:r>
            <a:r>
              <a:rPr lang="en-IN" dirty="0"/>
              <a:t>-</a:t>
            </a:r>
            <a:r>
              <a:rPr lang="en-US" dirty="0"/>
              <a:t>​ React.js, Axios (API communication), Tailwind CSS / CSS, </a:t>
            </a:r>
            <a:r>
              <a:rPr lang="en-US" dirty="0" err="1"/>
              <a:t>FastAPI</a:t>
            </a:r>
            <a:r>
              <a:rPr lang="en-US" dirty="0"/>
              <a:t> (REST API development), </a:t>
            </a:r>
            <a:r>
              <a:rPr lang="en-US" dirty="0" err="1"/>
              <a:t>Uvicorn</a:t>
            </a:r>
            <a:r>
              <a:rPr lang="en-US" dirty="0"/>
              <a:t>, TensorFlow / </a:t>
            </a:r>
            <a:r>
              <a:rPr lang="en-US" dirty="0" err="1"/>
              <a:t>Keras</a:t>
            </a:r>
            <a:r>
              <a:rPr lang="en-US" dirty="0"/>
              <a:t> (CNN model), NumPy, Pandas (data processing), OpenCV / Pillow (image processing), LLM API / Local LLM, FAISS / Vector search, Sentence Transformers.</a:t>
            </a:r>
          </a:p>
          <a:p>
            <a:pPr marL="285750" indent="-285750">
              <a:buFont typeface="Arial" panose="020B0604020202020204" pitchFamily="34" charset="0"/>
              <a:buChar char="•"/>
            </a:pPr>
            <a:r>
              <a:rPr lang="en-US" b="1" dirty="0"/>
              <a:t>Databases -</a:t>
            </a:r>
            <a:r>
              <a:rPr lang="en-US" dirty="0" err="1"/>
              <a:t>Supabase</a:t>
            </a:r>
            <a:r>
              <a:rPr lang="en-US" dirty="0"/>
              <a:t> (PostgreSQL) — Structured data (users, roles), MongoDB  Reports &amp; analysis records.</a:t>
            </a:r>
          </a:p>
          <a:p>
            <a:pPr marL="285750" indent="-285750">
              <a:buFont typeface="Arial" panose="020B0604020202020204" pitchFamily="34" charset="0"/>
              <a:buChar char="•"/>
            </a:pPr>
            <a:r>
              <a:rPr lang="en-US" b="1" dirty="0"/>
              <a:t>Cloud &amp; Storage - </a:t>
            </a:r>
            <a:r>
              <a:rPr lang="en-US" dirty="0" err="1"/>
              <a:t>Cloudinary</a:t>
            </a:r>
            <a:r>
              <a:rPr lang="en-US" dirty="0"/>
              <a:t> — Image storage and retrieval.</a:t>
            </a:r>
            <a:endParaRPr lang="it-IT" dirty="0"/>
          </a:p>
          <a:p>
            <a:pPr marL="285750" indent="-285750">
              <a:buFont typeface="Arial" panose="020B0604020202020204" pitchFamily="34" charset="0"/>
              <a:buChar char="•"/>
            </a:pPr>
            <a:r>
              <a:rPr lang="en-IN" b="1" dirty="0"/>
              <a:t>Development Tools</a:t>
            </a:r>
            <a:r>
              <a:rPr lang="it-IT" dirty="0"/>
              <a:t> –  </a:t>
            </a:r>
            <a:r>
              <a:rPr lang="en-IN" dirty="0"/>
              <a:t>VS Code / PyCharm</a:t>
            </a:r>
            <a:r>
              <a:rPr lang="it-IT" dirty="0"/>
              <a:t>,</a:t>
            </a:r>
            <a:r>
              <a:rPr lang="en-IN" b="1" dirty="0"/>
              <a:t> </a:t>
            </a:r>
            <a:r>
              <a:rPr lang="en-IN" dirty="0" err="1"/>
              <a:t>Jupyter</a:t>
            </a:r>
            <a:r>
              <a:rPr lang="en-IN" dirty="0"/>
              <a:t> Notebook.</a:t>
            </a:r>
            <a:endParaRPr lang="it-IT" dirty="0"/>
          </a:p>
          <a:p>
            <a:endParaRPr lang="en-US" b="1" dirty="0"/>
          </a:p>
        </p:txBody>
      </p:sp>
      <p:sp>
        <p:nvSpPr>
          <p:cNvPr id="19" name="Content Placeholder 18">
            <a:extLst>
              <a:ext uri="{FF2B5EF4-FFF2-40B4-BE49-F238E27FC236}">
                <a16:creationId xmlns:a16="http://schemas.microsoft.com/office/drawing/2014/main" id="{622C2C2A-DE50-E0B7-C018-3DCB867E36AA}"/>
              </a:ext>
            </a:extLst>
          </p:cNvPr>
          <p:cNvSpPr>
            <a:spLocks noGrp="1"/>
          </p:cNvSpPr>
          <p:nvPr>
            <p:ph sz="quarter" idx="13"/>
          </p:nvPr>
        </p:nvSpPr>
        <p:spPr>
          <a:xfrm>
            <a:off x="9907928" y="2459110"/>
            <a:ext cx="1976407" cy="3941860"/>
          </a:xfrm>
        </p:spPr>
        <p:txBody>
          <a:bodyPr/>
          <a:lstStyle/>
          <a:p>
            <a:pPr marL="0" indent="0" algn="ctr">
              <a:buNone/>
            </a:pPr>
            <a:r>
              <a:rPr lang="en-US" sz="2400" b="1" dirty="0"/>
              <a:t>HARDWARE</a:t>
            </a:r>
          </a:p>
          <a:p>
            <a:pPr marL="0" indent="0">
              <a:buNone/>
            </a:pPr>
            <a:endParaRPr lang="en-US" sz="1100" b="1" dirty="0"/>
          </a:p>
          <a:p>
            <a:r>
              <a:rPr lang="en-IN" b="1" dirty="0"/>
              <a:t>Processor</a:t>
            </a:r>
            <a:r>
              <a:rPr lang="en-IN" dirty="0"/>
              <a:t> – Intel Core i5/i7</a:t>
            </a:r>
          </a:p>
          <a:p>
            <a:r>
              <a:rPr lang="en-IN" b="1" dirty="0"/>
              <a:t>RAM</a:t>
            </a:r>
            <a:r>
              <a:rPr lang="en-IN" dirty="0"/>
              <a:t> - Minimum 8GB</a:t>
            </a:r>
          </a:p>
          <a:p>
            <a:r>
              <a:rPr lang="en-US" b="1" dirty="0"/>
              <a:t>Storage - </a:t>
            </a:r>
            <a:r>
              <a:rPr lang="en-IN" dirty="0"/>
              <a:t>Minimum 256GB SSD</a:t>
            </a:r>
            <a:endParaRPr lang="en-US" dirty="0"/>
          </a:p>
        </p:txBody>
      </p:sp>
      <p:sp>
        <p:nvSpPr>
          <p:cNvPr id="2" name="Slide Number Placeholder 1">
            <a:extLst>
              <a:ext uri="{FF2B5EF4-FFF2-40B4-BE49-F238E27FC236}">
                <a16:creationId xmlns:a16="http://schemas.microsoft.com/office/drawing/2014/main" id="{98B4D8E8-D0EF-11C8-495B-3876957CDB28}"/>
              </a:ext>
            </a:extLst>
          </p:cNvPr>
          <p:cNvSpPr>
            <a:spLocks noGrp="1"/>
          </p:cNvSpPr>
          <p:nvPr>
            <p:ph type="sldNum" sz="quarter" idx="4"/>
          </p:nvPr>
        </p:nvSpPr>
        <p:spPr/>
        <p:txBody>
          <a:bodyPr/>
          <a:lstStyle/>
          <a:p>
            <a:fld id="{EA87306C-81BA-4795-A5CA-9392456A8C1E}" type="slidenum">
              <a:rPr lang="en-US" smtClean="0"/>
              <a:pPr/>
              <a:t>7</a:t>
            </a:fld>
            <a:endParaRPr lang="en-US" dirty="0"/>
          </a:p>
        </p:txBody>
      </p:sp>
      <p:cxnSp>
        <p:nvCxnSpPr>
          <p:cNvPr id="4" name="Straight Connector 3">
            <a:extLst>
              <a:ext uri="{FF2B5EF4-FFF2-40B4-BE49-F238E27FC236}">
                <a16:creationId xmlns:a16="http://schemas.microsoft.com/office/drawing/2014/main" id="{503E3BE3-4261-9B72-B051-D52233E25956}"/>
              </a:ext>
            </a:extLst>
          </p:cNvPr>
          <p:cNvCxnSpPr>
            <a:cxnSpLocks/>
          </p:cNvCxnSpPr>
          <p:nvPr/>
        </p:nvCxnSpPr>
        <p:spPr>
          <a:xfrm>
            <a:off x="9861626" y="2385176"/>
            <a:ext cx="0" cy="4154826"/>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84517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D353609C-AFD0-2BF5-05CC-2430B957436F}"/>
              </a:ext>
            </a:extLst>
          </p:cNvPr>
          <p:cNvSpPr>
            <a:spLocks noGrp="1"/>
          </p:cNvSpPr>
          <p:nvPr>
            <p:ph type="title"/>
          </p:nvPr>
        </p:nvSpPr>
        <p:spPr>
          <a:xfrm>
            <a:off x="539496" y="740664"/>
            <a:ext cx="2782529" cy="2295045"/>
          </a:xfrm>
        </p:spPr>
        <p:txBody>
          <a:bodyPr/>
          <a:lstStyle/>
          <a:p>
            <a:r>
              <a:rPr lang="en-US" sz="3200" dirty="0"/>
              <a:t>REFERENCES</a:t>
            </a:r>
          </a:p>
        </p:txBody>
      </p:sp>
      <p:sp>
        <p:nvSpPr>
          <p:cNvPr id="7" name="Text Placeholder 6">
            <a:extLst>
              <a:ext uri="{FF2B5EF4-FFF2-40B4-BE49-F238E27FC236}">
                <a16:creationId xmlns:a16="http://schemas.microsoft.com/office/drawing/2014/main" id="{91C52C13-996F-4CF8-BBA5-F6CC233475A7}"/>
              </a:ext>
            </a:extLst>
          </p:cNvPr>
          <p:cNvSpPr>
            <a:spLocks noGrp="1"/>
          </p:cNvSpPr>
          <p:nvPr>
            <p:ph type="body" sz="quarter" idx="12"/>
          </p:nvPr>
        </p:nvSpPr>
        <p:spPr>
          <a:xfrm>
            <a:off x="3520440" y="661218"/>
            <a:ext cx="8479536" cy="2374491"/>
          </a:xfrm>
        </p:spPr>
        <p:txBody>
          <a:bodyPr anchor="ctr"/>
          <a:lstStyle/>
          <a:p>
            <a:pPr marL="342900" indent="-342900">
              <a:lnSpc>
                <a:spcPct val="100000"/>
              </a:lnSpc>
              <a:buFont typeface="Arial" panose="020B0604020202020204" pitchFamily="34" charset="0"/>
              <a:buChar char="•"/>
            </a:pPr>
            <a:r>
              <a:rPr lang="en-US" dirty="0">
                <a:latin typeface="+mj-lt"/>
                <a:hlinkClick r:id="rId2"/>
              </a:rPr>
              <a:t>https://app.readytensor.ai/publications/agentic-ai-for-smart-agriculture-a-multimodal-rag-system-for-crop-disease-detection-diagnosis-mLRSML10lEYd</a:t>
            </a:r>
            <a:endParaRPr lang="en-US" dirty="0">
              <a:latin typeface="+mj-lt"/>
            </a:endParaRPr>
          </a:p>
          <a:p>
            <a:pPr marL="342900" indent="-342900">
              <a:lnSpc>
                <a:spcPct val="100000"/>
              </a:lnSpc>
              <a:buFont typeface="Arial" panose="020B0604020202020204" pitchFamily="34" charset="0"/>
              <a:buChar char="•"/>
            </a:pPr>
            <a:r>
              <a:rPr lang="en-US" dirty="0">
                <a:latin typeface="+mj-lt"/>
                <a:hlinkClick r:id="rId3"/>
              </a:rPr>
              <a:t>https://arxiv.org/abs/2503.04788</a:t>
            </a:r>
          </a:p>
          <a:p>
            <a:pPr marL="342900" indent="-342900">
              <a:lnSpc>
                <a:spcPct val="100000"/>
              </a:lnSpc>
              <a:buFont typeface="Arial" panose="020B0604020202020204" pitchFamily="34" charset="0"/>
              <a:buChar char="•"/>
            </a:pPr>
            <a:r>
              <a:rPr lang="en-US" dirty="0">
                <a:latin typeface="+mj-lt"/>
                <a:hlinkClick r:id="rId4"/>
              </a:rPr>
              <a:t>https://www.mdpi.com/2077-0472/14/8/1359</a:t>
            </a:r>
            <a:endParaRPr lang="en-US" dirty="0">
              <a:latin typeface="+mj-lt"/>
            </a:endParaRPr>
          </a:p>
          <a:p>
            <a:pPr marL="342900" indent="-342900">
              <a:lnSpc>
                <a:spcPct val="100000"/>
              </a:lnSpc>
              <a:buFont typeface="Arial" panose="020B0604020202020204" pitchFamily="34" charset="0"/>
              <a:buChar char="•"/>
            </a:pPr>
            <a:r>
              <a:rPr lang="en-US" dirty="0">
                <a:latin typeface="+mj-lt"/>
                <a:hlinkClick r:id="rId5"/>
              </a:rPr>
              <a:t>https://link.springer.com/article/10.1007/s13748-024-00359-4</a:t>
            </a:r>
            <a:endParaRPr lang="en-US" dirty="0">
              <a:latin typeface="+mj-lt"/>
            </a:endParaRPr>
          </a:p>
        </p:txBody>
      </p:sp>
      <p:sp>
        <p:nvSpPr>
          <p:cNvPr id="2" name="Slide Number Placeholder 1">
            <a:extLst>
              <a:ext uri="{FF2B5EF4-FFF2-40B4-BE49-F238E27FC236}">
                <a16:creationId xmlns:a16="http://schemas.microsoft.com/office/drawing/2014/main" id="{06EA18F1-1CB3-04BA-3FB2-530F2637A3F7}"/>
              </a:ext>
            </a:extLst>
          </p:cNvPr>
          <p:cNvSpPr>
            <a:spLocks noGrp="1"/>
          </p:cNvSpPr>
          <p:nvPr>
            <p:ph type="sldNum" sz="quarter" idx="4"/>
          </p:nvPr>
        </p:nvSpPr>
        <p:spPr/>
        <p:txBody>
          <a:bodyPr/>
          <a:lstStyle/>
          <a:p>
            <a:fld id="{EA87306C-81BA-4795-A5CA-9392456A8C1E}" type="slidenum">
              <a:rPr lang="en-US" smtClean="0"/>
              <a:pPr/>
              <a:t>8</a:t>
            </a:fld>
            <a:endParaRPr lang="en-US" dirty="0"/>
          </a:p>
        </p:txBody>
      </p:sp>
      <p:sp>
        <p:nvSpPr>
          <p:cNvPr id="29" name="Picture Placeholder 28">
            <a:extLst>
              <a:ext uri="{FF2B5EF4-FFF2-40B4-BE49-F238E27FC236}">
                <a16:creationId xmlns:a16="http://schemas.microsoft.com/office/drawing/2014/main" id="{C022908C-87FD-D982-5207-605C436E87EE}"/>
              </a:ext>
            </a:extLst>
          </p:cNvPr>
          <p:cNvSpPr>
            <a:spLocks noGrp="1"/>
          </p:cNvSpPr>
          <p:nvPr>
            <p:ph type="pic" sz="quarter" idx="10"/>
          </p:nvPr>
        </p:nvSpPr>
        <p:spPr/>
      </p:sp>
      <p:pic>
        <p:nvPicPr>
          <p:cNvPr id="3082" name="Picture 10" descr="Grapes Farm Visit – An Experience You Can't Afford to Miss - Tour De Farm">
            <a:extLst>
              <a:ext uri="{FF2B5EF4-FFF2-40B4-BE49-F238E27FC236}">
                <a16:creationId xmlns:a16="http://schemas.microsoft.com/office/drawing/2014/main" id="{841BAC9A-F729-9FE9-2878-5475878BFE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625154"/>
            <a:ext cx="12192000" cy="3568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0158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CBCD3B-EAB4-87E8-85AB-C9DDB7162C68}"/>
              </a:ext>
            </a:extLst>
          </p:cNvPr>
          <p:cNvSpPr>
            <a:spLocks noGrp="1"/>
          </p:cNvSpPr>
          <p:nvPr>
            <p:ph type="title"/>
          </p:nvPr>
        </p:nvSpPr>
        <p:spPr>
          <a:xfrm>
            <a:off x="1130061" y="1541398"/>
            <a:ext cx="4442603" cy="2124827"/>
          </a:xfrm>
        </p:spPr>
        <p:txBody>
          <a:bodyPr/>
          <a:lstStyle/>
          <a:p>
            <a:r>
              <a:rPr lang="en-US" sz="3600" dirty="0"/>
              <a:t>Thank you</a:t>
            </a:r>
          </a:p>
        </p:txBody>
      </p:sp>
      <p:sp>
        <p:nvSpPr>
          <p:cNvPr id="6" name="Text Placeholder 5">
            <a:extLst>
              <a:ext uri="{FF2B5EF4-FFF2-40B4-BE49-F238E27FC236}">
                <a16:creationId xmlns:a16="http://schemas.microsoft.com/office/drawing/2014/main" id="{75335026-4908-B82C-0C3C-4E5E0498CB6A}"/>
              </a:ext>
            </a:extLst>
          </p:cNvPr>
          <p:cNvSpPr>
            <a:spLocks noGrp="1"/>
          </p:cNvSpPr>
          <p:nvPr>
            <p:ph type="body" sz="quarter" idx="19"/>
          </p:nvPr>
        </p:nvSpPr>
        <p:spPr/>
        <p:txBody>
          <a:bodyPr/>
          <a:lstStyle/>
          <a:p>
            <a:pPr marL="342900" indent="-342900" algn="l">
              <a:buFont typeface="+mj-lt"/>
              <a:buAutoNum type="arabicPeriod"/>
            </a:pPr>
            <a:r>
              <a:rPr lang="en-US" b="1" dirty="0">
                <a:latin typeface="Segoe UI Light" panose="020B0502040204020203" pitchFamily="34" charset="0"/>
                <a:cs typeface="Segoe UI Light" panose="020B0502040204020203" pitchFamily="34" charset="0"/>
              </a:rPr>
              <a:t>Prachi Kishor Sonavane</a:t>
            </a:r>
          </a:p>
          <a:p>
            <a:pPr marL="342900" indent="-342900" algn="l">
              <a:buFont typeface="+mj-lt"/>
              <a:buAutoNum type="arabicPeriod"/>
            </a:pPr>
            <a:r>
              <a:rPr lang="en-US" b="1" dirty="0">
                <a:latin typeface="Segoe UI Light" panose="020B0502040204020203" pitchFamily="34" charset="0"/>
                <a:cs typeface="Segoe UI Light" panose="020B0502040204020203" pitchFamily="34" charset="0"/>
              </a:rPr>
              <a:t>Siddhi Manojkumar Pande </a:t>
            </a:r>
            <a:endParaRPr lang="en-US" b="1" dirty="0">
              <a:latin typeface="Segoe UI Light" panose="020B0502040204020203" pitchFamily="34" charset="0"/>
              <a:ea typeface="Calibri"/>
              <a:cs typeface="Segoe UI Light" panose="020B0502040204020203" pitchFamily="34" charset="0"/>
            </a:endParaRPr>
          </a:p>
          <a:p>
            <a:pPr marL="342900" indent="-342900" algn="l">
              <a:buFont typeface="+mj-lt"/>
              <a:buAutoNum type="arabicPeriod"/>
            </a:pPr>
            <a:r>
              <a:rPr lang="en-US" b="1" dirty="0">
                <a:latin typeface="Segoe UI Light" panose="020B0502040204020203" pitchFamily="34" charset="0"/>
                <a:cs typeface="Segoe UI Light" panose="020B0502040204020203" pitchFamily="34" charset="0"/>
              </a:rPr>
              <a:t>Shubhangi Arvind </a:t>
            </a:r>
            <a:r>
              <a:rPr lang="en-US" b="1" dirty="0" err="1">
                <a:latin typeface="Segoe UI Light" panose="020B0502040204020203" pitchFamily="34" charset="0"/>
                <a:cs typeface="Segoe UI Light" panose="020B0502040204020203" pitchFamily="34" charset="0"/>
              </a:rPr>
              <a:t>Bhuyare</a:t>
            </a:r>
            <a:endParaRPr lang="en-US" b="1" dirty="0">
              <a:latin typeface="Segoe UI Light" panose="020B0502040204020203" pitchFamily="34" charset="0"/>
              <a:cs typeface="Segoe UI Light" panose="020B0502040204020203" pitchFamily="34" charset="0"/>
            </a:endParaRPr>
          </a:p>
          <a:p>
            <a:pPr marL="342900" indent="-342900" algn="l">
              <a:buFont typeface="+mj-lt"/>
              <a:buAutoNum type="arabicPeriod"/>
            </a:pPr>
            <a:r>
              <a:rPr lang="en-US" b="1" dirty="0" err="1">
                <a:latin typeface="Segoe UI Light" panose="020B0502040204020203" pitchFamily="34" charset="0"/>
                <a:ea typeface="Calibri" panose="020F0502020204030204"/>
                <a:cs typeface="Segoe UI Light" panose="020B0502040204020203" pitchFamily="34" charset="0"/>
              </a:rPr>
              <a:t>Tejswini</a:t>
            </a:r>
            <a:r>
              <a:rPr lang="en-US" b="1" dirty="0">
                <a:latin typeface="Segoe UI Light" panose="020B0502040204020203" pitchFamily="34" charset="0"/>
                <a:ea typeface="Calibri" panose="020F0502020204030204"/>
                <a:cs typeface="Segoe UI Light" panose="020B0502040204020203" pitchFamily="34" charset="0"/>
              </a:rPr>
              <a:t> Sachin </a:t>
            </a:r>
            <a:r>
              <a:rPr lang="en-US" b="1" dirty="0" err="1">
                <a:latin typeface="Segoe UI Light" panose="020B0502040204020203" pitchFamily="34" charset="0"/>
                <a:ea typeface="Calibri" panose="020F0502020204030204"/>
                <a:cs typeface="Segoe UI Light" panose="020B0502040204020203" pitchFamily="34" charset="0"/>
              </a:rPr>
              <a:t>Korade</a:t>
            </a:r>
            <a:endParaRPr lang="en-US" b="1" dirty="0">
              <a:latin typeface="Segoe UI Light" panose="020B0502040204020203" pitchFamily="34" charset="0"/>
              <a:ea typeface="Calibri" panose="020F0502020204030204"/>
              <a:cs typeface="Segoe UI Light" panose="020B0502040204020203" pitchFamily="34" charset="0"/>
            </a:endParaRPr>
          </a:p>
          <a:p>
            <a:pPr marL="342900" indent="-342900" algn="l">
              <a:buFont typeface="+mj-lt"/>
              <a:buAutoNum type="arabicPeriod"/>
            </a:pPr>
            <a:endParaRPr lang="en-US" b="1" dirty="0"/>
          </a:p>
        </p:txBody>
      </p:sp>
      <p:pic>
        <p:nvPicPr>
          <p:cNvPr id="2050" name="Picture 2" descr="blue round fruits on tree during daytime">
            <a:extLst>
              <a:ext uri="{FF2B5EF4-FFF2-40B4-BE49-F238E27FC236}">
                <a16:creationId xmlns:a16="http://schemas.microsoft.com/office/drawing/2014/main" id="{BD6C128D-9495-DC94-8B33-5B6CBE298258}"/>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t="14409" b="1440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0151088"/>
      </p:ext>
    </p:extLst>
  </p:cSld>
  <p:clrMapOvr>
    <a:masterClrMapping/>
  </p:clrMapOvr>
</p:sld>
</file>

<file path=ppt/theme/theme1.xml><?xml version="1.0" encoding="utf-8"?>
<a:theme xmlns:a="http://schemas.openxmlformats.org/drawingml/2006/main" name="Custom">
  <a:themeElements>
    <a:clrScheme name="Custom 19">
      <a:dk1>
        <a:sysClr val="windowText" lastClr="000000"/>
      </a:dk1>
      <a:lt1>
        <a:sysClr val="window" lastClr="FFFFFF"/>
      </a:lt1>
      <a:dk2>
        <a:srgbClr val="44546A"/>
      </a:dk2>
      <a:lt2>
        <a:srgbClr val="E7E6E6"/>
      </a:lt2>
      <a:accent1>
        <a:srgbClr val="B4D0E9"/>
      </a:accent1>
      <a:accent2>
        <a:srgbClr val="476977"/>
      </a:accent2>
      <a:accent3>
        <a:srgbClr val="79BBE9"/>
      </a:accent3>
      <a:accent4>
        <a:srgbClr val="6B8043"/>
      </a:accent4>
      <a:accent5>
        <a:srgbClr val="9ACF21"/>
      </a:accent5>
      <a:accent6>
        <a:srgbClr val="CFDCA5"/>
      </a:accent6>
      <a:hlink>
        <a:srgbClr val="0563C1"/>
      </a:hlink>
      <a:folHlink>
        <a:srgbClr val="954F72"/>
      </a:folHlink>
    </a:clrScheme>
    <a:fontScheme name="Custom 26">
      <a:majorFont>
        <a:latin typeface="Tenorite Bold"/>
        <a:ea typeface=""/>
        <a:cs typeface=""/>
      </a:majorFont>
      <a:minorFont>
        <a:latin typeface="Tenorite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175_Win32_SL_V6" id="{2596AF0E-92BF-4F5A-A2A1-B1C9D33CD0CE}" vid="{0709752F-9199-467A-B305-5274ECB683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5AD180A-D253-4F84-BD24-8EE736E655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424615-5FE5-4F43-AE24-3BC9A0532687}">
  <ds:schemaRefs>
    <ds:schemaRef ds:uri="http://schemas.microsoft.com/sharepoint/v3/contenttype/forms"/>
  </ds:schemaRefs>
</ds:datastoreItem>
</file>

<file path=customXml/itemProps3.xml><?xml version="1.0" encoding="utf-8"?>
<ds:datastoreItem xmlns:ds="http://schemas.openxmlformats.org/officeDocument/2006/customXml" ds:itemID="{AF19A644-6410-4EC7-894C-877E70305DF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Verdant pitch deck</Template>
  <TotalTime>674</TotalTime>
  <Words>511</Words>
  <Application>Microsoft Office PowerPoint</Application>
  <PresentationFormat>Widescreen</PresentationFormat>
  <Paragraphs>67</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Courier New</vt:lpstr>
      <vt:lpstr>Segoe UI Light</vt:lpstr>
      <vt:lpstr>Symbol</vt:lpstr>
      <vt:lpstr>Tenorite </vt:lpstr>
      <vt:lpstr>Tenorite Bold</vt:lpstr>
      <vt:lpstr>Tw Cen MT</vt:lpstr>
      <vt:lpstr>Custom</vt:lpstr>
      <vt:lpstr>PowerPoint Presentation</vt:lpstr>
      <vt:lpstr>CONTENTS</vt:lpstr>
      <vt:lpstr>PowerPoint Presentation</vt:lpstr>
      <vt:lpstr>Project idea</vt:lpstr>
      <vt:lpstr>PROJECT BACKGROUND</vt:lpstr>
      <vt:lpstr>SYSTEM ARCHITECTURE</vt:lpstr>
      <vt:lpstr>Software and Hardware Requirements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PRACHI SONAVANE</dc:creator>
  <cp:lastModifiedBy>Prerna Pande</cp:lastModifiedBy>
  <cp:revision>68</cp:revision>
  <dcterms:created xsi:type="dcterms:W3CDTF">2025-08-22T09:58:20Z</dcterms:created>
  <dcterms:modified xsi:type="dcterms:W3CDTF">2026-03-14T11:20:45Z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